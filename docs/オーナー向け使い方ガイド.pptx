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712568" y="960120"/>
            <a:ext cx="6766560" cy="4480560"/>
          </a:xfrm>
          <a:prstGeom prst="roundRect">
            <a:avLst>
              <a:gd name="adj" fmla="val 3673"/>
            </a:avLst>
          </a:prstGeom>
          <a:solidFill>
            <a:srgbClr val="FFFFFF"/>
          </a:solidFill>
          <a:ln/>
          <a:effectLst>
            <a:outerShdw sx="100000" sy="100000" kx="0" ky="0" algn="bl" rotWithShape="0" blurRad="228600" dist="76200" dir="5400000">
              <a:srgbClr val="000000">
                <a:alpha val="28000"/>
              </a:srgbClr>
            </a:outerShdw>
          </a:effectLst>
        </p:spPr>
      </p:sp>
      <p:sp>
        <p:nvSpPr>
          <p:cNvPr id="3" name="Text 1"/>
          <p:cNvSpPr/>
          <p:nvPr/>
        </p:nvSpPr>
        <p:spPr>
          <a:xfrm>
            <a:off x="2712568" y="1417320"/>
            <a:ext cx="6766560" cy="365760"/>
          </a:xfrm>
          <a:prstGeom prst="rect">
            <a:avLst/>
          </a:prstGeom>
          <a:noFill/>
          <a:ln/>
        </p:spPr>
        <p:txBody>
          <a:bodyPr wrap="square" rtlCol="0" anchor="ctr"/>
          <a:lstStyle/>
          <a:p>
            <a:pPr algn="ctr" indent="0" marL="0">
              <a:buNone/>
            </a:pPr>
            <a:r>
              <a:rPr lang="en-US" sz="1400" b="1" spc="200" kern="0" dirty="0">
                <a:solidFill>
                  <a:srgbClr val="6E827E"/>
                </a:solidFill>
                <a:latin typeface="Courier New" pitchFamily="34" charset="0"/>
                <a:ea typeface="Courier New" pitchFamily="34" charset="-122"/>
                <a:cs typeface="Courier New" pitchFamily="34" charset="-120"/>
              </a:rPr>
              <a:t>LIVE STAMP</a:t>
            </a:r>
            <a:pPr algn="ctr" indent="0" marL="0">
              <a:buNone/>
            </a:pPr>
            <a:r>
              <a:rPr lang="en-US" sz="1400" b="1" spc="200" kern="0" dirty="0">
                <a:solidFill>
                  <a:srgbClr val="DCE7E3"/>
                </a:solidFill>
                <a:latin typeface="Courier New" pitchFamily="34" charset="0"/>
                <a:ea typeface="Courier New" pitchFamily="34" charset="-122"/>
                <a:cs typeface="Courier New" pitchFamily="34" charset="-120"/>
              </a:rPr>
              <a:t>  ·  </a:t>
            </a:r>
            <a:pPr algn="ctr" indent="0" marL="0">
              <a:buNone/>
            </a:pPr>
            <a:r>
              <a:rPr lang="en-US" sz="1400" b="1" spc="200" kern="0" dirty="0">
                <a:solidFill>
                  <a:srgbClr val="3D8580"/>
                </a:solidFill>
                <a:latin typeface="Courier New" pitchFamily="34" charset="0"/>
                <a:ea typeface="Courier New" pitchFamily="34" charset="-122"/>
                <a:cs typeface="Courier New" pitchFamily="34" charset="-120"/>
              </a:rPr>
              <a:t>Owner Guide</a:t>
            </a:r>
            <a:endParaRPr lang="en-US" sz="1400" dirty="0"/>
          </a:p>
        </p:txBody>
      </p:sp>
      <p:sp>
        <p:nvSpPr>
          <p:cNvPr id="4" name="Shape 2"/>
          <p:cNvSpPr/>
          <p:nvPr/>
        </p:nvSpPr>
        <p:spPr>
          <a:xfrm>
            <a:off x="5528920" y="1920240"/>
            <a:ext cx="1133856" cy="1133856"/>
          </a:xfrm>
          <a:prstGeom prst="ellipse">
            <a:avLst/>
          </a:prstGeom>
          <a:solidFill>
            <a:srgbClr val="E8F1EE"/>
          </a:solidFill>
          <a:ln/>
          <a:effectLst>
            <a:outerShdw sx="100000" sy="100000" kx="0" ky="0" algn="bl" rotWithShape="0" blurRad="114300" dist="38100" dir="5400000">
              <a:srgbClr val="000000">
                <a:alpha val="10000"/>
              </a:srgbClr>
            </a:outerShdw>
          </a:effectLst>
        </p:spPr>
      </p:sp>
      <p:pic>
        <p:nvPicPr>
          <p:cNvPr id="5" name="Image 0" descr="preencoded.png">    </p:cNvPr>
          <p:cNvPicPr>
            <a:picLocks noChangeAspect="1"/>
          </p:cNvPicPr>
          <p:nvPr/>
        </p:nvPicPr>
        <p:blipFill>
          <a:blip r:embed="rId2"/>
          <a:stretch>
            <a:fillRect/>
          </a:stretch>
        </p:blipFill>
        <p:spPr>
          <a:xfrm>
            <a:off x="5803240" y="2194560"/>
            <a:ext cx="585216" cy="585216"/>
          </a:xfrm>
          <a:prstGeom prst="rect">
            <a:avLst/>
          </a:prstGeom>
        </p:spPr>
      </p:pic>
      <p:sp>
        <p:nvSpPr>
          <p:cNvPr id="6" name="Text 3"/>
          <p:cNvSpPr/>
          <p:nvPr/>
        </p:nvSpPr>
        <p:spPr>
          <a:xfrm>
            <a:off x="2712568" y="3108960"/>
            <a:ext cx="6766560" cy="731520"/>
          </a:xfrm>
          <a:prstGeom prst="rect">
            <a:avLst/>
          </a:prstGeom>
          <a:noFill/>
          <a:ln/>
        </p:spPr>
        <p:txBody>
          <a:bodyPr wrap="square" rtlCol="0" anchor="ctr"/>
          <a:lstStyle/>
          <a:p>
            <a:pPr algn="ctr" indent="0" marL="0">
              <a:buNone/>
            </a:pPr>
            <a:r>
              <a:rPr lang="en-US" sz="4000" b="1" dirty="0">
                <a:solidFill>
                  <a:srgbClr val="1F2D2B"/>
                </a:solidFill>
                <a:latin typeface="Arial" pitchFamily="34" charset="0"/>
                <a:ea typeface="Arial" pitchFamily="34" charset="-122"/>
                <a:cs typeface="Arial" pitchFamily="34" charset="-120"/>
              </a:rPr>
              <a:t>スタンプラリー</a:t>
            </a:r>
            <a:endParaRPr lang="en-US" sz="4000" dirty="0"/>
          </a:p>
        </p:txBody>
      </p:sp>
      <p:sp>
        <p:nvSpPr>
          <p:cNvPr id="7" name="Text 4"/>
          <p:cNvSpPr/>
          <p:nvPr/>
        </p:nvSpPr>
        <p:spPr>
          <a:xfrm>
            <a:off x="2712568" y="3813048"/>
            <a:ext cx="6766560" cy="365760"/>
          </a:xfrm>
          <a:prstGeom prst="rect">
            <a:avLst/>
          </a:prstGeom>
          <a:noFill/>
          <a:ln/>
        </p:spPr>
        <p:txBody>
          <a:bodyPr wrap="square" rtlCol="0" anchor="ctr"/>
          <a:lstStyle/>
          <a:p>
            <a:pPr algn="ctr" indent="0" marL="0">
              <a:buNone/>
            </a:pPr>
            <a:r>
              <a:rPr lang="en-US" sz="1700" dirty="0">
                <a:solidFill>
                  <a:srgbClr val="6E827E"/>
                </a:solidFill>
                <a:latin typeface="Arial" pitchFamily="34" charset="0"/>
                <a:ea typeface="Arial" pitchFamily="34" charset="-122"/>
                <a:cs typeface="Arial" pitchFamily="34" charset="-120"/>
              </a:rPr>
              <a:t>オーナー向け 使い方ガイド</a:t>
            </a:r>
            <a:endParaRPr lang="en-US" sz="1700" dirty="0"/>
          </a:p>
        </p:txBody>
      </p:sp>
      <p:sp>
        <p:nvSpPr>
          <p:cNvPr id="8" name="Shape 5"/>
          <p:cNvSpPr/>
          <p:nvPr/>
        </p:nvSpPr>
        <p:spPr>
          <a:xfrm>
            <a:off x="3169768" y="4389120"/>
            <a:ext cx="5852160" cy="0"/>
          </a:xfrm>
          <a:prstGeom prst="line">
            <a:avLst/>
          </a:prstGeom>
          <a:noFill/>
          <a:ln w="19050">
            <a:solidFill>
              <a:srgbClr val="DCE7E3"/>
            </a:solidFill>
            <a:prstDash val="dash"/>
          </a:ln>
        </p:spPr>
      </p:sp>
      <p:sp>
        <p:nvSpPr>
          <p:cNvPr id="9" name="Shape 6"/>
          <p:cNvSpPr/>
          <p:nvPr/>
        </p:nvSpPr>
        <p:spPr>
          <a:xfrm>
            <a:off x="2566264" y="4251960"/>
            <a:ext cx="292608" cy="292608"/>
          </a:xfrm>
          <a:prstGeom prst="ellipse">
            <a:avLst/>
          </a:prstGeom>
          <a:solidFill>
            <a:srgbClr val="23524C"/>
          </a:solidFill>
          <a:ln/>
        </p:spPr>
      </p:sp>
      <p:sp>
        <p:nvSpPr>
          <p:cNvPr id="10" name="Shape 7"/>
          <p:cNvSpPr/>
          <p:nvPr/>
        </p:nvSpPr>
        <p:spPr>
          <a:xfrm>
            <a:off x="9332824" y="4251960"/>
            <a:ext cx="292608" cy="292608"/>
          </a:xfrm>
          <a:prstGeom prst="ellipse">
            <a:avLst/>
          </a:prstGeom>
          <a:solidFill>
            <a:srgbClr val="23524C"/>
          </a:solidFill>
          <a:ln/>
        </p:spPr>
      </p:sp>
      <p:sp>
        <p:nvSpPr>
          <p:cNvPr id="11" name="Text 8"/>
          <p:cNvSpPr/>
          <p:nvPr/>
        </p:nvSpPr>
        <p:spPr>
          <a:xfrm>
            <a:off x="3215488" y="4572000"/>
            <a:ext cx="2743200" cy="274320"/>
          </a:xfrm>
          <a:prstGeom prst="rect">
            <a:avLst/>
          </a:prstGeom>
          <a:noFill/>
          <a:ln/>
        </p:spPr>
        <p:txBody>
          <a:bodyPr wrap="square" rtlCol="0" anchor="ctr"/>
          <a:lstStyle/>
          <a:p>
            <a:pPr indent="0" marL="0">
              <a:buNone/>
            </a:pPr>
            <a:r>
              <a:rPr lang="en-US" sz="1100" spc="100" kern="0" dirty="0">
                <a:solidFill>
                  <a:srgbClr val="6E827E"/>
                </a:solidFill>
                <a:latin typeface="Courier New" pitchFamily="34" charset="0"/>
                <a:ea typeface="Courier New" pitchFamily="34" charset="-122"/>
                <a:cs typeface="Courier New" pitchFamily="34" charset="-120"/>
              </a:rPr>
              <a:t>TYPE</a:t>
            </a:r>
            <a:endParaRPr lang="en-US" sz="1100" dirty="0"/>
          </a:p>
        </p:txBody>
      </p:sp>
      <p:sp>
        <p:nvSpPr>
          <p:cNvPr id="12" name="Text 9"/>
          <p:cNvSpPr/>
          <p:nvPr/>
        </p:nvSpPr>
        <p:spPr>
          <a:xfrm>
            <a:off x="3215488" y="4818888"/>
            <a:ext cx="2743200" cy="310896"/>
          </a:xfrm>
          <a:prstGeom prst="rect">
            <a:avLst/>
          </a:prstGeom>
          <a:noFill/>
          <a:ln/>
        </p:spPr>
        <p:txBody>
          <a:bodyPr wrap="square" rtlCol="0" anchor="ctr"/>
          <a:lstStyle/>
          <a:p>
            <a:pPr indent="0" marL="0">
              <a:buNone/>
            </a:pPr>
            <a:r>
              <a:rPr lang="en-US" sz="1400" b="1" spc="100" kern="0" dirty="0">
                <a:solidFill>
                  <a:srgbClr val="1F2D2B"/>
                </a:solidFill>
                <a:latin typeface="Courier New" pitchFamily="34" charset="0"/>
                <a:ea typeface="Courier New" pitchFamily="34" charset="-122"/>
                <a:cs typeface="Courier New" pitchFamily="34" charset="-120"/>
              </a:rPr>
              <a:t>ADMISSION</a:t>
            </a:r>
            <a:endParaRPr lang="en-US" sz="1400" dirty="0"/>
          </a:p>
        </p:txBody>
      </p:sp>
      <p:sp>
        <p:nvSpPr>
          <p:cNvPr id="13" name="Text 10"/>
          <p:cNvSpPr/>
          <p:nvPr/>
        </p:nvSpPr>
        <p:spPr>
          <a:xfrm>
            <a:off x="6233008" y="4572000"/>
            <a:ext cx="2743200" cy="274320"/>
          </a:xfrm>
          <a:prstGeom prst="rect">
            <a:avLst/>
          </a:prstGeom>
          <a:noFill/>
          <a:ln/>
        </p:spPr>
        <p:txBody>
          <a:bodyPr wrap="square" rtlCol="0" anchor="ctr"/>
          <a:lstStyle/>
          <a:p>
            <a:pPr algn="r" indent="0" marL="0">
              <a:buNone/>
            </a:pPr>
            <a:r>
              <a:rPr lang="en-US" sz="1100" spc="100" kern="0" dirty="0">
                <a:solidFill>
                  <a:srgbClr val="6E827E"/>
                </a:solidFill>
                <a:latin typeface="Courier New" pitchFamily="34" charset="0"/>
                <a:ea typeface="Courier New" pitchFamily="34" charset="-122"/>
                <a:cs typeface="Courier New" pitchFamily="34" charset="-120"/>
              </a:rPr>
              <a:t>AREA</a:t>
            </a:r>
            <a:endParaRPr lang="en-US" sz="1100" dirty="0"/>
          </a:p>
        </p:txBody>
      </p:sp>
      <p:sp>
        <p:nvSpPr>
          <p:cNvPr id="14" name="Text 11"/>
          <p:cNvSpPr/>
          <p:nvPr/>
        </p:nvSpPr>
        <p:spPr>
          <a:xfrm>
            <a:off x="6233008" y="4818888"/>
            <a:ext cx="2743200" cy="310896"/>
          </a:xfrm>
          <a:prstGeom prst="rect">
            <a:avLst/>
          </a:prstGeom>
          <a:noFill/>
          <a:ln/>
        </p:spPr>
        <p:txBody>
          <a:bodyPr wrap="square" rtlCol="0" anchor="ctr"/>
          <a:lstStyle/>
          <a:p>
            <a:pPr algn="r" indent="0" marL="0">
              <a:buNone/>
            </a:pPr>
            <a:r>
              <a:rPr lang="en-US" sz="1400" b="1" spc="100" kern="0" dirty="0">
                <a:solidFill>
                  <a:srgbClr val="1F2D2B"/>
                </a:solidFill>
                <a:latin typeface="Courier New" pitchFamily="34" charset="0"/>
                <a:ea typeface="Courier New" pitchFamily="34" charset="-122"/>
                <a:cs typeface="Courier New" pitchFamily="34" charset="-120"/>
              </a:rPr>
              <a:t>ALL AREA</a:t>
            </a:r>
            <a:endParaRPr lang="en-US" sz="1400" dirty="0"/>
          </a:p>
        </p:txBody>
      </p:sp>
      <p:sp>
        <p:nvSpPr>
          <p:cNvPr id="15" name="Text 12"/>
          <p:cNvSpPr/>
          <p:nvPr/>
        </p:nvSpPr>
        <p:spPr>
          <a:xfrm>
            <a:off x="0" y="5760720"/>
            <a:ext cx="12191695" cy="365760"/>
          </a:xfrm>
          <a:prstGeom prst="rect">
            <a:avLst/>
          </a:prstGeom>
          <a:noFill/>
          <a:ln/>
        </p:spPr>
        <p:txBody>
          <a:bodyPr wrap="square" rtlCol="0" anchor="ctr"/>
          <a:lstStyle/>
          <a:p>
            <a:pPr algn="ctr" indent="0" marL="0">
              <a:buNone/>
            </a:pPr>
            <a:r>
              <a:rPr lang="en-US" sz="1500" dirty="0">
                <a:solidFill>
                  <a:srgbClr val="CFE3DE"/>
                </a:solidFill>
                <a:latin typeface="Arial" pitchFamily="34" charset="0"/>
                <a:ea typeface="Arial" pitchFamily="34" charset="-122"/>
                <a:cs typeface="Arial" pitchFamily="34" charset="-120"/>
              </a:rPr>
              <a:t>運営（オーナー）がはじめに知っておくこと、ぜんぶ。</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7"/>
        </a:solidFill>
      </p:bgPr>
    </p:bg>
    <p:spTree>
      <p:nvGrpSpPr>
        <p:cNvPr id="1" name=""/>
        <p:cNvGrpSpPr/>
        <p:nvPr/>
      </p:nvGrpSpPr>
      <p:grpSpPr>
        <a:xfrm>
          <a:off x="0" y="0"/>
          <a:ext cx="0" cy="0"/>
          <a:chOff x="0" y="0"/>
          <a:chExt cx="0" cy="0"/>
        </a:xfrm>
      </p:grpSpPr>
      <p:sp>
        <p:nvSpPr>
          <p:cNvPr id="2" name="Text 0"/>
          <p:cNvSpPr/>
          <p:nvPr/>
        </p:nvSpPr>
        <p:spPr>
          <a:xfrm>
            <a:off x="548640" y="566928"/>
            <a:ext cx="8229600" cy="310896"/>
          </a:xfrm>
          <a:prstGeom prst="rect">
            <a:avLst/>
          </a:prstGeom>
          <a:noFill/>
          <a:ln/>
        </p:spPr>
        <p:txBody>
          <a:bodyPr wrap="square" lIns="0" tIns="0" rIns="0" bIns="0" rtlCol="0" anchor="ctr"/>
          <a:lstStyle/>
          <a:p>
            <a:pPr indent="0" marL="0">
              <a:buNone/>
            </a:pPr>
            <a:r>
              <a:rPr lang="en-US" sz="1200" b="1" spc="200" kern="0" dirty="0">
                <a:solidFill>
                  <a:srgbClr val="4CA199"/>
                </a:solidFill>
                <a:latin typeface="Courier New" pitchFamily="34" charset="0"/>
                <a:ea typeface="Courier New" pitchFamily="34" charset="-122"/>
                <a:cs typeface="Courier New" pitchFamily="34" charset="-120"/>
              </a:rPr>
              <a:t>OVERVIEW</a:t>
            </a:r>
            <a:endParaRPr lang="en-US" sz="1200" dirty="0"/>
          </a:p>
        </p:txBody>
      </p:sp>
      <p:sp>
        <p:nvSpPr>
          <p:cNvPr id="3" name="Text 1"/>
          <p:cNvSpPr/>
          <p:nvPr/>
        </p:nvSpPr>
        <p:spPr>
          <a:xfrm>
            <a:off x="548640" y="841248"/>
            <a:ext cx="10058400" cy="603504"/>
          </a:xfrm>
          <a:prstGeom prst="rect">
            <a:avLst/>
          </a:prstGeom>
          <a:noFill/>
          <a:ln/>
        </p:spPr>
        <p:txBody>
          <a:bodyPr wrap="square" lIns="0" tIns="0" rIns="0" bIns="0" rtlCol="0" anchor="ctr"/>
          <a:lstStyle/>
          <a:p>
            <a:pPr indent="0" marL="0">
              <a:buNone/>
            </a:pPr>
            <a:r>
              <a:rPr lang="en-US" sz="3000" b="1" dirty="0">
                <a:solidFill>
                  <a:srgbClr val="1F2D2B"/>
                </a:solidFill>
                <a:latin typeface="Arial" pitchFamily="34" charset="0"/>
                <a:ea typeface="Arial" pitchFamily="34" charset="-122"/>
                <a:cs typeface="Arial" pitchFamily="34" charset="-120"/>
              </a:rPr>
              <a:t>運営の流れは、大きく4ステップ</a:t>
            </a:r>
            <a:endParaRPr lang="en-US" sz="3000" dirty="0"/>
          </a:p>
        </p:txBody>
      </p:sp>
      <p:sp>
        <p:nvSpPr>
          <p:cNvPr id="4" name="Shape 2"/>
          <p:cNvSpPr/>
          <p:nvPr/>
        </p:nvSpPr>
        <p:spPr>
          <a:xfrm>
            <a:off x="545440" y="2057400"/>
            <a:ext cx="2487168" cy="3383280"/>
          </a:xfrm>
          <a:prstGeom prst="roundRect">
            <a:avLst>
              <a:gd name="adj" fmla="val 4412"/>
            </a:avLst>
          </a:prstGeom>
          <a:solidFill>
            <a:srgbClr val="FFFFFF"/>
          </a:solidFill>
          <a:ln/>
          <a:effectLst>
            <a:outerShdw sx="100000" sy="100000" kx="0" ky="0" algn="bl" rotWithShape="0" blurRad="114300" dist="38100" dir="5400000">
              <a:srgbClr val="000000">
                <a:alpha val="10000"/>
              </a:srgbClr>
            </a:outerShdw>
          </a:effectLst>
        </p:spPr>
      </p:sp>
      <p:sp>
        <p:nvSpPr>
          <p:cNvPr id="5" name="Shape 3"/>
          <p:cNvSpPr/>
          <p:nvPr/>
        </p:nvSpPr>
        <p:spPr>
          <a:xfrm>
            <a:off x="1286104" y="2441448"/>
            <a:ext cx="1005840" cy="1005840"/>
          </a:xfrm>
          <a:prstGeom prst="ellipse">
            <a:avLst/>
          </a:prstGeom>
          <a:solidFill>
            <a:srgbClr val="E8F1EE"/>
          </a:solidFill>
          <a:ln/>
        </p:spPr>
      </p:sp>
      <p:pic>
        <p:nvPicPr>
          <p:cNvPr id="6" name="Image 0" descr="preencoded.png">    </p:cNvPr>
          <p:cNvPicPr>
            <a:picLocks noChangeAspect="1"/>
          </p:cNvPicPr>
          <p:nvPr/>
        </p:nvPicPr>
        <p:blipFill>
          <a:blip r:embed="rId1"/>
          <a:stretch>
            <a:fillRect/>
          </a:stretch>
        </p:blipFill>
        <p:spPr>
          <a:xfrm>
            <a:off x="1496416" y="2651760"/>
            <a:ext cx="585216" cy="585216"/>
          </a:xfrm>
          <a:prstGeom prst="rect">
            <a:avLst/>
          </a:prstGeom>
        </p:spPr>
      </p:pic>
      <p:sp>
        <p:nvSpPr>
          <p:cNvPr id="7" name="Text 4"/>
          <p:cNvSpPr/>
          <p:nvPr/>
        </p:nvSpPr>
        <p:spPr>
          <a:xfrm>
            <a:off x="545440" y="3593592"/>
            <a:ext cx="2487168" cy="274320"/>
          </a:xfrm>
          <a:prstGeom prst="rect">
            <a:avLst/>
          </a:prstGeom>
          <a:noFill/>
          <a:ln/>
        </p:spPr>
        <p:txBody>
          <a:bodyPr wrap="square" rtlCol="0" anchor="ctr"/>
          <a:lstStyle/>
          <a:p>
            <a:pPr algn="ctr" indent="0" marL="0">
              <a:buNone/>
            </a:pPr>
            <a:r>
              <a:rPr lang="en-US" sz="1100" b="1" spc="100" kern="0" dirty="0">
                <a:solidFill>
                  <a:srgbClr val="4CA199"/>
                </a:solidFill>
                <a:latin typeface="Courier New" pitchFamily="34" charset="0"/>
                <a:ea typeface="Courier New" pitchFamily="34" charset="-122"/>
                <a:cs typeface="Courier New" pitchFamily="34" charset="-120"/>
              </a:rPr>
              <a:t>STEP 1</a:t>
            </a:r>
            <a:endParaRPr lang="en-US" sz="1100" dirty="0"/>
          </a:p>
        </p:txBody>
      </p:sp>
      <p:sp>
        <p:nvSpPr>
          <p:cNvPr id="8" name="Text 5"/>
          <p:cNvSpPr/>
          <p:nvPr/>
        </p:nvSpPr>
        <p:spPr>
          <a:xfrm>
            <a:off x="545440" y="3867912"/>
            <a:ext cx="2487168" cy="411480"/>
          </a:xfrm>
          <a:prstGeom prst="rect">
            <a:avLst/>
          </a:prstGeom>
          <a:noFill/>
          <a:ln/>
        </p:spPr>
        <p:txBody>
          <a:bodyPr wrap="square" rtlCol="0" anchor="ctr"/>
          <a:lstStyle/>
          <a:p>
            <a:pPr algn="ctr" indent="0" marL="0">
              <a:buNone/>
            </a:pPr>
            <a:r>
              <a:rPr lang="en-US" sz="1800" b="1" dirty="0">
                <a:solidFill>
                  <a:srgbClr val="1F2D2B"/>
                </a:solidFill>
                <a:latin typeface="Arial" pitchFamily="34" charset="0"/>
                <a:ea typeface="Arial" pitchFamily="34" charset="-122"/>
                <a:cs typeface="Arial" pitchFamily="34" charset="-120"/>
              </a:rPr>
              <a:t>登録・申請</a:t>
            </a:r>
            <a:endParaRPr lang="en-US" sz="1800" dirty="0"/>
          </a:p>
        </p:txBody>
      </p:sp>
      <p:sp>
        <p:nvSpPr>
          <p:cNvPr id="9" name="Text 6"/>
          <p:cNvSpPr/>
          <p:nvPr/>
        </p:nvSpPr>
        <p:spPr>
          <a:xfrm>
            <a:off x="728320" y="4343400"/>
            <a:ext cx="2121408" cy="960120"/>
          </a:xfrm>
          <a:prstGeom prst="rect">
            <a:avLst/>
          </a:prstGeom>
          <a:noFill/>
          <a:ln/>
        </p:spPr>
        <p:txBody>
          <a:bodyPr wrap="square" rtlCol="0" anchor="ctr"/>
          <a:lstStyle/>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アカウント作成 →</a:t>
            </a:r>
            <a:endParaRPr lang="en-US" sz="1250" dirty="0"/>
          </a:p>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プロジェクト申請 →</a:t>
            </a:r>
            <a:endParaRPr lang="en-US" sz="1250" dirty="0"/>
          </a:p>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承認</a:t>
            </a:r>
            <a:endParaRPr lang="en-US" sz="1250" dirty="0"/>
          </a:p>
        </p:txBody>
      </p:sp>
      <p:pic>
        <p:nvPicPr>
          <p:cNvPr id="10" name="Image 1" descr="preencoded.png">    </p:cNvPr>
          <p:cNvPicPr>
            <a:picLocks noChangeAspect="1"/>
          </p:cNvPicPr>
          <p:nvPr/>
        </p:nvPicPr>
        <p:blipFill>
          <a:blip r:embed="rId2"/>
          <a:stretch>
            <a:fillRect/>
          </a:stretch>
        </p:blipFill>
        <p:spPr>
          <a:xfrm>
            <a:off x="3096616" y="3621024"/>
            <a:ext cx="256032" cy="256032"/>
          </a:xfrm>
          <a:prstGeom prst="rect">
            <a:avLst/>
          </a:prstGeom>
        </p:spPr>
      </p:pic>
      <p:sp>
        <p:nvSpPr>
          <p:cNvPr id="11" name="Shape 7"/>
          <p:cNvSpPr/>
          <p:nvPr/>
        </p:nvSpPr>
        <p:spPr>
          <a:xfrm>
            <a:off x="3416656" y="2057400"/>
            <a:ext cx="2487168" cy="3383280"/>
          </a:xfrm>
          <a:prstGeom prst="roundRect">
            <a:avLst>
              <a:gd name="adj" fmla="val 4412"/>
            </a:avLst>
          </a:prstGeom>
          <a:solidFill>
            <a:srgbClr val="FFFFFF"/>
          </a:solidFill>
          <a:ln/>
          <a:effectLst>
            <a:outerShdw sx="100000" sy="100000" kx="0" ky="0" algn="bl" rotWithShape="0" blurRad="114300" dist="38100" dir="5400000">
              <a:srgbClr val="000000">
                <a:alpha val="10000"/>
              </a:srgbClr>
            </a:outerShdw>
          </a:effectLst>
        </p:spPr>
      </p:sp>
      <p:sp>
        <p:nvSpPr>
          <p:cNvPr id="12" name="Shape 8"/>
          <p:cNvSpPr/>
          <p:nvPr/>
        </p:nvSpPr>
        <p:spPr>
          <a:xfrm>
            <a:off x="4157320" y="2441448"/>
            <a:ext cx="1005840" cy="1005840"/>
          </a:xfrm>
          <a:prstGeom prst="ellipse">
            <a:avLst/>
          </a:prstGeom>
          <a:solidFill>
            <a:srgbClr val="E8F1EE"/>
          </a:solidFill>
          <a:ln/>
        </p:spPr>
      </p:sp>
      <p:pic>
        <p:nvPicPr>
          <p:cNvPr id="13" name="Image 2" descr="preencoded.png">    </p:cNvPr>
          <p:cNvPicPr>
            <a:picLocks noChangeAspect="1"/>
          </p:cNvPicPr>
          <p:nvPr/>
        </p:nvPicPr>
        <p:blipFill>
          <a:blip r:embed="rId3"/>
          <a:stretch>
            <a:fillRect/>
          </a:stretch>
        </p:blipFill>
        <p:spPr>
          <a:xfrm>
            <a:off x="4367632" y="2651760"/>
            <a:ext cx="585216" cy="585216"/>
          </a:xfrm>
          <a:prstGeom prst="rect">
            <a:avLst/>
          </a:prstGeom>
        </p:spPr>
      </p:pic>
      <p:sp>
        <p:nvSpPr>
          <p:cNvPr id="14" name="Text 9"/>
          <p:cNvSpPr/>
          <p:nvPr/>
        </p:nvSpPr>
        <p:spPr>
          <a:xfrm>
            <a:off x="3416656" y="3593592"/>
            <a:ext cx="2487168" cy="274320"/>
          </a:xfrm>
          <a:prstGeom prst="rect">
            <a:avLst/>
          </a:prstGeom>
          <a:noFill/>
          <a:ln/>
        </p:spPr>
        <p:txBody>
          <a:bodyPr wrap="square" rtlCol="0" anchor="ctr"/>
          <a:lstStyle/>
          <a:p>
            <a:pPr algn="ctr" indent="0" marL="0">
              <a:buNone/>
            </a:pPr>
            <a:r>
              <a:rPr lang="en-US" sz="1100" b="1" spc="100" kern="0" dirty="0">
                <a:solidFill>
                  <a:srgbClr val="4CA199"/>
                </a:solidFill>
                <a:latin typeface="Courier New" pitchFamily="34" charset="0"/>
                <a:ea typeface="Courier New" pitchFamily="34" charset="-122"/>
                <a:cs typeface="Courier New" pitchFamily="34" charset="-120"/>
              </a:rPr>
              <a:t>STEP 2</a:t>
            </a:r>
            <a:endParaRPr lang="en-US" sz="1100" dirty="0"/>
          </a:p>
        </p:txBody>
      </p:sp>
      <p:sp>
        <p:nvSpPr>
          <p:cNvPr id="15" name="Text 10"/>
          <p:cNvSpPr/>
          <p:nvPr/>
        </p:nvSpPr>
        <p:spPr>
          <a:xfrm>
            <a:off x="3416656" y="3867912"/>
            <a:ext cx="2487168" cy="411480"/>
          </a:xfrm>
          <a:prstGeom prst="rect">
            <a:avLst/>
          </a:prstGeom>
          <a:noFill/>
          <a:ln/>
        </p:spPr>
        <p:txBody>
          <a:bodyPr wrap="square" rtlCol="0" anchor="ctr"/>
          <a:lstStyle/>
          <a:p>
            <a:pPr algn="ctr" indent="0" marL="0">
              <a:buNone/>
            </a:pPr>
            <a:r>
              <a:rPr lang="en-US" sz="1800" b="1" dirty="0">
                <a:solidFill>
                  <a:srgbClr val="1F2D2B"/>
                </a:solidFill>
                <a:latin typeface="Arial" pitchFamily="34" charset="0"/>
                <a:ea typeface="Arial" pitchFamily="34" charset="-122"/>
                <a:cs typeface="Arial" pitchFamily="34" charset="-120"/>
              </a:rPr>
              <a:t>イベント作成</a:t>
            </a:r>
            <a:endParaRPr lang="en-US" sz="1800" dirty="0"/>
          </a:p>
        </p:txBody>
      </p:sp>
      <p:sp>
        <p:nvSpPr>
          <p:cNvPr id="16" name="Text 11"/>
          <p:cNvSpPr/>
          <p:nvPr/>
        </p:nvSpPr>
        <p:spPr>
          <a:xfrm>
            <a:off x="3599536" y="4343400"/>
            <a:ext cx="2121408" cy="960120"/>
          </a:xfrm>
          <a:prstGeom prst="rect">
            <a:avLst/>
          </a:prstGeom>
          <a:noFill/>
          <a:ln/>
        </p:spPr>
        <p:txBody>
          <a:bodyPr wrap="square" rtlCol="0" anchor="ctr"/>
          <a:lstStyle/>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ライブごとに作成 →</a:t>
            </a:r>
            <a:endParaRPr lang="en-US" sz="1250" dirty="0"/>
          </a:p>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QRを発行して</a:t>
            </a:r>
            <a:endParaRPr lang="en-US" sz="1250" dirty="0"/>
          </a:p>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会場に掲示</a:t>
            </a:r>
            <a:endParaRPr lang="en-US" sz="1250" dirty="0"/>
          </a:p>
        </p:txBody>
      </p:sp>
      <p:pic>
        <p:nvPicPr>
          <p:cNvPr id="17" name="Image 3" descr="preencoded.png">    </p:cNvPr>
          <p:cNvPicPr>
            <a:picLocks noChangeAspect="1"/>
          </p:cNvPicPr>
          <p:nvPr/>
        </p:nvPicPr>
        <p:blipFill>
          <a:blip r:embed="rId4"/>
          <a:stretch>
            <a:fillRect/>
          </a:stretch>
        </p:blipFill>
        <p:spPr>
          <a:xfrm>
            <a:off x="5967832" y="3621024"/>
            <a:ext cx="256032" cy="256032"/>
          </a:xfrm>
          <a:prstGeom prst="rect">
            <a:avLst/>
          </a:prstGeom>
        </p:spPr>
      </p:pic>
      <p:sp>
        <p:nvSpPr>
          <p:cNvPr id="18" name="Shape 12"/>
          <p:cNvSpPr/>
          <p:nvPr/>
        </p:nvSpPr>
        <p:spPr>
          <a:xfrm>
            <a:off x="6287872" y="2057400"/>
            <a:ext cx="2487168" cy="3383280"/>
          </a:xfrm>
          <a:prstGeom prst="roundRect">
            <a:avLst>
              <a:gd name="adj" fmla="val 4412"/>
            </a:avLst>
          </a:prstGeom>
          <a:solidFill>
            <a:srgbClr val="FFFFFF"/>
          </a:solidFill>
          <a:ln/>
          <a:effectLst>
            <a:outerShdw sx="100000" sy="100000" kx="0" ky="0" algn="bl" rotWithShape="0" blurRad="114300" dist="38100" dir="5400000">
              <a:srgbClr val="000000">
                <a:alpha val="10000"/>
              </a:srgbClr>
            </a:outerShdw>
          </a:effectLst>
        </p:spPr>
      </p:sp>
      <p:sp>
        <p:nvSpPr>
          <p:cNvPr id="19" name="Shape 13"/>
          <p:cNvSpPr/>
          <p:nvPr/>
        </p:nvSpPr>
        <p:spPr>
          <a:xfrm>
            <a:off x="7028536" y="2441448"/>
            <a:ext cx="1005840" cy="1005840"/>
          </a:xfrm>
          <a:prstGeom prst="ellipse">
            <a:avLst/>
          </a:prstGeom>
          <a:solidFill>
            <a:srgbClr val="E8F1EE"/>
          </a:solidFill>
          <a:ln/>
        </p:spPr>
      </p:sp>
      <p:pic>
        <p:nvPicPr>
          <p:cNvPr id="20" name="Image 4" descr="preencoded.png">    </p:cNvPr>
          <p:cNvPicPr>
            <a:picLocks noChangeAspect="1"/>
          </p:cNvPicPr>
          <p:nvPr/>
        </p:nvPicPr>
        <p:blipFill>
          <a:blip r:embed="rId5"/>
          <a:stretch>
            <a:fillRect/>
          </a:stretch>
        </p:blipFill>
        <p:spPr>
          <a:xfrm>
            <a:off x="7238848" y="2651760"/>
            <a:ext cx="585216" cy="585216"/>
          </a:xfrm>
          <a:prstGeom prst="rect">
            <a:avLst/>
          </a:prstGeom>
        </p:spPr>
      </p:pic>
      <p:sp>
        <p:nvSpPr>
          <p:cNvPr id="21" name="Text 14"/>
          <p:cNvSpPr/>
          <p:nvPr/>
        </p:nvSpPr>
        <p:spPr>
          <a:xfrm>
            <a:off x="6287872" y="3593592"/>
            <a:ext cx="2487168" cy="274320"/>
          </a:xfrm>
          <a:prstGeom prst="rect">
            <a:avLst/>
          </a:prstGeom>
          <a:noFill/>
          <a:ln/>
        </p:spPr>
        <p:txBody>
          <a:bodyPr wrap="square" rtlCol="0" anchor="ctr"/>
          <a:lstStyle/>
          <a:p>
            <a:pPr algn="ctr" indent="0" marL="0">
              <a:buNone/>
            </a:pPr>
            <a:r>
              <a:rPr lang="en-US" sz="1100" b="1" spc="100" kern="0" dirty="0">
                <a:solidFill>
                  <a:srgbClr val="4CA199"/>
                </a:solidFill>
                <a:latin typeface="Courier New" pitchFamily="34" charset="0"/>
                <a:ea typeface="Courier New" pitchFamily="34" charset="-122"/>
                <a:cs typeface="Courier New" pitchFamily="34" charset="-120"/>
              </a:rPr>
              <a:t>STEP 3</a:t>
            </a:r>
            <a:endParaRPr lang="en-US" sz="1100" dirty="0"/>
          </a:p>
        </p:txBody>
      </p:sp>
      <p:sp>
        <p:nvSpPr>
          <p:cNvPr id="22" name="Text 15"/>
          <p:cNvSpPr/>
          <p:nvPr/>
        </p:nvSpPr>
        <p:spPr>
          <a:xfrm>
            <a:off x="6287872" y="3867912"/>
            <a:ext cx="2487168" cy="411480"/>
          </a:xfrm>
          <a:prstGeom prst="rect">
            <a:avLst/>
          </a:prstGeom>
          <a:noFill/>
          <a:ln/>
        </p:spPr>
        <p:txBody>
          <a:bodyPr wrap="square" rtlCol="0" anchor="ctr"/>
          <a:lstStyle/>
          <a:p>
            <a:pPr algn="ctr" indent="0" marL="0">
              <a:buNone/>
            </a:pPr>
            <a:r>
              <a:rPr lang="en-US" sz="1800" b="1" dirty="0">
                <a:solidFill>
                  <a:srgbClr val="1F2D2B"/>
                </a:solidFill>
                <a:latin typeface="Arial" pitchFamily="34" charset="0"/>
                <a:ea typeface="Arial" pitchFamily="34" charset="-122"/>
                <a:cs typeface="Arial" pitchFamily="34" charset="-120"/>
              </a:rPr>
              <a:t>特典を設定</a:t>
            </a:r>
            <a:endParaRPr lang="en-US" sz="1800" dirty="0"/>
          </a:p>
        </p:txBody>
      </p:sp>
      <p:sp>
        <p:nvSpPr>
          <p:cNvPr id="23" name="Text 16"/>
          <p:cNvSpPr/>
          <p:nvPr/>
        </p:nvSpPr>
        <p:spPr>
          <a:xfrm>
            <a:off x="6470752" y="4343400"/>
            <a:ext cx="2121408" cy="960120"/>
          </a:xfrm>
          <a:prstGeom prst="rect">
            <a:avLst/>
          </a:prstGeom>
          <a:noFill/>
          <a:ln/>
        </p:spPr>
        <p:txBody>
          <a:bodyPr wrap="square" rtlCol="0" anchor="ctr"/>
          <a:lstStyle/>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「◯個で特典」を</a:t>
            </a:r>
            <a:endParaRPr lang="en-US" sz="1250" dirty="0"/>
          </a:p>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段階設定 →</a:t>
            </a:r>
            <a:endParaRPr lang="en-US" sz="1250" dirty="0"/>
          </a:p>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達成で自動付与</a:t>
            </a:r>
            <a:endParaRPr lang="en-US" sz="1250" dirty="0"/>
          </a:p>
        </p:txBody>
      </p:sp>
      <p:pic>
        <p:nvPicPr>
          <p:cNvPr id="24" name="Image 5" descr="preencoded.png">    </p:cNvPr>
          <p:cNvPicPr>
            <a:picLocks noChangeAspect="1"/>
          </p:cNvPicPr>
          <p:nvPr/>
        </p:nvPicPr>
        <p:blipFill>
          <a:blip r:embed="rId6"/>
          <a:stretch>
            <a:fillRect/>
          </a:stretch>
        </p:blipFill>
        <p:spPr>
          <a:xfrm>
            <a:off x="8839048" y="3621024"/>
            <a:ext cx="256032" cy="256032"/>
          </a:xfrm>
          <a:prstGeom prst="rect">
            <a:avLst/>
          </a:prstGeom>
        </p:spPr>
      </p:pic>
      <p:sp>
        <p:nvSpPr>
          <p:cNvPr id="25" name="Shape 17"/>
          <p:cNvSpPr/>
          <p:nvPr/>
        </p:nvSpPr>
        <p:spPr>
          <a:xfrm>
            <a:off x="9159088" y="2057400"/>
            <a:ext cx="2487168" cy="3383280"/>
          </a:xfrm>
          <a:prstGeom prst="roundRect">
            <a:avLst>
              <a:gd name="adj" fmla="val 4412"/>
            </a:avLst>
          </a:prstGeom>
          <a:solidFill>
            <a:srgbClr val="FFFFFF"/>
          </a:solidFill>
          <a:ln/>
          <a:effectLst>
            <a:outerShdw sx="100000" sy="100000" kx="0" ky="0" algn="bl" rotWithShape="0" blurRad="114300" dist="38100" dir="5400000">
              <a:srgbClr val="000000">
                <a:alpha val="10000"/>
              </a:srgbClr>
            </a:outerShdw>
          </a:effectLst>
        </p:spPr>
      </p:sp>
      <p:sp>
        <p:nvSpPr>
          <p:cNvPr id="26" name="Shape 18"/>
          <p:cNvSpPr/>
          <p:nvPr/>
        </p:nvSpPr>
        <p:spPr>
          <a:xfrm>
            <a:off x="9899752" y="2441448"/>
            <a:ext cx="1005840" cy="1005840"/>
          </a:xfrm>
          <a:prstGeom prst="ellipse">
            <a:avLst/>
          </a:prstGeom>
          <a:solidFill>
            <a:srgbClr val="E8F1EE"/>
          </a:solidFill>
          <a:ln/>
        </p:spPr>
      </p:sp>
      <p:pic>
        <p:nvPicPr>
          <p:cNvPr id="27" name="Image 6" descr="preencoded.png">    </p:cNvPr>
          <p:cNvPicPr>
            <a:picLocks noChangeAspect="1"/>
          </p:cNvPicPr>
          <p:nvPr/>
        </p:nvPicPr>
        <p:blipFill>
          <a:blip r:embed="rId7"/>
          <a:stretch>
            <a:fillRect/>
          </a:stretch>
        </p:blipFill>
        <p:spPr>
          <a:xfrm>
            <a:off x="10110064" y="2651760"/>
            <a:ext cx="585216" cy="585216"/>
          </a:xfrm>
          <a:prstGeom prst="rect">
            <a:avLst/>
          </a:prstGeom>
        </p:spPr>
      </p:pic>
      <p:sp>
        <p:nvSpPr>
          <p:cNvPr id="28" name="Text 19"/>
          <p:cNvSpPr/>
          <p:nvPr/>
        </p:nvSpPr>
        <p:spPr>
          <a:xfrm>
            <a:off x="9159088" y="3593592"/>
            <a:ext cx="2487168" cy="274320"/>
          </a:xfrm>
          <a:prstGeom prst="rect">
            <a:avLst/>
          </a:prstGeom>
          <a:noFill/>
          <a:ln/>
        </p:spPr>
        <p:txBody>
          <a:bodyPr wrap="square" rtlCol="0" anchor="ctr"/>
          <a:lstStyle/>
          <a:p>
            <a:pPr algn="ctr" indent="0" marL="0">
              <a:buNone/>
            </a:pPr>
            <a:r>
              <a:rPr lang="en-US" sz="1100" b="1" spc="100" kern="0" dirty="0">
                <a:solidFill>
                  <a:srgbClr val="4CA199"/>
                </a:solidFill>
                <a:latin typeface="Courier New" pitchFamily="34" charset="0"/>
                <a:ea typeface="Courier New" pitchFamily="34" charset="-122"/>
                <a:cs typeface="Courier New" pitchFamily="34" charset="-120"/>
              </a:rPr>
              <a:t>STEP 4</a:t>
            </a:r>
            <a:endParaRPr lang="en-US" sz="1100" dirty="0"/>
          </a:p>
        </p:txBody>
      </p:sp>
      <p:sp>
        <p:nvSpPr>
          <p:cNvPr id="29" name="Text 20"/>
          <p:cNvSpPr/>
          <p:nvPr/>
        </p:nvSpPr>
        <p:spPr>
          <a:xfrm>
            <a:off x="9159088" y="3867912"/>
            <a:ext cx="2487168" cy="411480"/>
          </a:xfrm>
          <a:prstGeom prst="rect">
            <a:avLst/>
          </a:prstGeom>
          <a:noFill/>
          <a:ln/>
        </p:spPr>
        <p:txBody>
          <a:bodyPr wrap="square" rtlCol="0" anchor="ctr"/>
          <a:lstStyle/>
          <a:p>
            <a:pPr algn="ctr" indent="0" marL="0">
              <a:buNone/>
            </a:pPr>
            <a:r>
              <a:rPr lang="en-US" sz="1800" b="1" dirty="0">
                <a:solidFill>
                  <a:srgbClr val="1F2D2B"/>
                </a:solidFill>
                <a:latin typeface="Arial" pitchFamily="34" charset="0"/>
                <a:ea typeface="Arial" pitchFamily="34" charset="-122"/>
                <a:cs typeface="Arial" pitchFamily="34" charset="-120"/>
              </a:rPr>
              <a:t>引き換え</a:t>
            </a:r>
            <a:endParaRPr lang="en-US" sz="1800" dirty="0"/>
          </a:p>
        </p:txBody>
      </p:sp>
      <p:sp>
        <p:nvSpPr>
          <p:cNvPr id="30" name="Text 21"/>
          <p:cNvSpPr/>
          <p:nvPr/>
        </p:nvSpPr>
        <p:spPr>
          <a:xfrm>
            <a:off x="9341968" y="4343400"/>
            <a:ext cx="2121408" cy="960120"/>
          </a:xfrm>
          <a:prstGeom prst="rect">
            <a:avLst/>
          </a:prstGeom>
          <a:noFill/>
          <a:ln/>
        </p:spPr>
        <p:txBody>
          <a:bodyPr wrap="square" rtlCol="0" anchor="ctr"/>
          <a:lstStyle/>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来場者のQRを</a:t>
            </a:r>
            <a:endParaRPr lang="en-US" sz="1250" dirty="0"/>
          </a:p>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スキャン →</a:t>
            </a:r>
            <a:endParaRPr lang="en-US" sz="1250" dirty="0"/>
          </a:p>
          <a:p>
            <a:pPr algn="ctr" indent="0" marL="0">
              <a:lnSpc>
                <a:spcPct val="110000"/>
              </a:lnSpc>
              <a:buNone/>
            </a:pPr>
            <a:r>
              <a:rPr lang="en-US" sz="1250" dirty="0">
                <a:solidFill>
                  <a:srgbClr val="6E827E"/>
                </a:solidFill>
                <a:latin typeface="Arial" pitchFamily="34" charset="0"/>
                <a:ea typeface="Arial" pitchFamily="34" charset="-122"/>
                <a:cs typeface="Arial" pitchFamily="34" charset="-120"/>
              </a:rPr>
              <a:t>お渡し完了</a:t>
            </a:r>
            <a:endParaRPr lang="en-US" sz="1250" dirty="0"/>
          </a:p>
        </p:txBody>
      </p:sp>
      <p:sp>
        <p:nvSpPr>
          <p:cNvPr id="31" name="Text 22"/>
          <p:cNvSpPr/>
          <p:nvPr/>
        </p:nvSpPr>
        <p:spPr>
          <a:xfrm>
            <a:off x="548640" y="5989320"/>
            <a:ext cx="11064240" cy="365760"/>
          </a:xfrm>
          <a:prstGeom prst="rect">
            <a:avLst/>
          </a:prstGeom>
          <a:noFill/>
          <a:ln/>
        </p:spPr>
        <p:txBody>
          <a:bodyPr wrap="square" rtlCol="0" anchor="ctr"/>
          <a:lstStyle/>
          <a:p>
            <a:pPr algn="ctr" indent="0" marL="0">
              <a:buNone/>
            </a:pPr>
            <a:r>
              <a:rPr lang="en-US" sz="1250" i="1" dirty="0">
                <a:solidFill>
                  <a:srgbClr val="6E827E"/>
                </a:solidFill>
                <a:latin typeface="Arial" pitchFamily="34" charset="0"/>
                <a:ea typeface="Arial" pitchFamily="34" charset="-122"/>
                <a:cs typeface="Arial" pitchFamily="34" charset="-120"/>
              </a:rPr>
              <a:t>※ 承認は最初のプロジェクト申請のときだけ。承認後は自由にイベント・特典を作成できます。</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548640" y="566928"/>
            <a:ext cx="786384" cy="786384"/>
          </a:xfrm>
          <a:prstGeom prst="ellipse">
            <a:avLst/>
          </a:prstGeom>
          <a:solidFill>
            <a:srgbClr val="3D8580"/>
          </a:solidFill>
          <a:ln/>
          <a:effectLst>
            <a:outerShdw sx="100000" sy="100000" kx="0" ky="0" algn="bl" rotWithShape="0" blurRad="114300" dist="38100" dir="5400000">
              <a:srgbClr val="000000">
                <a:alpha val="10000"/>
              </a:srgbClr>
            </a:outerShdw>
          </a:effectLst>
        </p:spPr>
      </p:sp>
      <p:sp>
        <p:nvSpPr>
          <p:cNvPr id="3" name="Text 1"/>
          <p:cNvSpPr/>
          <p:nvPr/>
        </p:nvSpPr>
        <p:spPr>
          <a:xfrm>
            <a:off x="548640" y="566928"/>
            <a:ext cx="786384" cy="786384"/>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4" name="Text 2"/>
          <p:cNvSpPr/>
          <p:nvPr/>
        </p:nvSpPr>
        <p:spPr>
          <a:xfrm>
            <a:off x="1591056" y="566928"/>
            <a:ext cx="8229600" cy="310896"/>
          </a:xfrm>
          <a:prstGeom prst="rect">
            <a:avLst/>
          </a:prstGeom>
          <a:noFill/>
          <a:ln/>
        </p:spPr>
        <p:txBody>
          <a:bodyPr wrap="square" lIns="0" tIns="0" rIns="0" bIns="0" rtlCol="0" anchor="ctr"/>
          <a:lstStyle/>
          <a:p>
            <a:pPr indent="0" marL="0">
              <a:buNone/>
            </a:pPr>
            <a:r>
              <a:rPr lang="en-US" sz="1200" b="1" spc="200" kern="0" dirty="0">
                <a:solidFill>
                  <a:srgbClr val="4CA199"/>
                </a:solidFill>
                <a:latin typeface="Courier New" pitchFamily="34" charset="0"/>
                <a:ea typeface="Courier New" pitchFamily="34" charset="-122"/>
                <a:cs typeface="Courier New" pitchFamily="34" charset="-120"/>
              </a:rPr>
              <a:t>STEP 1 ── ACCOUNT &amp; PROJECT</a:t>
            </a:r>
            <a:endParaRPr lang="en-US" sz="1200" dirty="0"/>
          </a:p>
        </p:txBody>
      </p:sp>
      <p:sp>
        <p:nvSpPr>
          <p:cNvPr id="5" name="Text 3"/>
          <p:cNvSpPr/>
          <p:nvPr/>
        </p:nvSpPr>
        <p:spPr>
          <a:xfrm>
            <a:off x="1591056" y="841248"/>
            <a:ext cx="10058400" cy="603504"/>
          </a:xfrm>
          <a:prstGeom prst="rect">
            <a:avLst/>
          </a:prstGeom>
          <a:noFill/>
          <a:ln/>
        </p:spPr>
        <p:txBody>
          <a:bodyPr wrap="square" lIns="0" tIns="0" rIns="0" bIns="0" rtlCol="0" anchor="ctr"/>
          <a:lstStyle/>
          <a:p>
            <a:pPr indent="0" marL="0">
              <a:buNone/>
            </a:pPr>
            <a:r>
              <a:rPr lang="en-US" sz="3000" b="1" dirty="0">
                <a:solidFill>
                  <a:srgbClr val="1F2D2B"/>
                </a:solidFill>
                <a:latin typeface="Arial" pitchFamily="34" charset="0"/>
                <a:ea typeface="Arial" pitchFamily="34" charset="-122"/>
                <a:cs typeface="Arial" pitchFamily="34" charset="-120"/>
              </a:rPr>
              <a:t>アカウント登録 〜 プロジェクト申請</a:t>
            </a:r>
            <a:endParaRPr lang="en-US" sz="3000" dirty="0"/>
          </a:p>
        </p:txBody>
      </p:sp>
      <p:sp>
        <p:nvSpPr>
          <p:cNvPr id="6" name="Shape 4"/>
          <p:cNvSpPr/>
          <p:nvPr/>
        </p:nvSpPr>
        <p:spPr>
          <a:xfrm>
            <a:off x="640080" y="2148840"/>
            <a:ext cx="457200" cy="457200"/>
          </a:xfrm>
          <a:prstGeom prst="ellipse">
            <a:avLst/>
          </a:prstGeom>
          <a:solidFill>
            <a:srgbClr val="4CA199"/>
          </a:solidFill>
          <a:ln/>
        </p:spPr>
      </p:sp>
      <p:sp>
        <p:nvSpPr>
          <p:cNvPr id="7" name="Text 5"/>
          <p:cNvSpPr/>
          <p:nvPr/>
        </p:nvSpPr>
        <p:spPr>
          <a:xfrm>
            <a:off x="640080" y="2148840"/>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280160" y="2084832"/>
            <a:ext cx="5120640" cy="365760"/>
          </a:xfrm>
          <a:prstGeom prst="rect">
            <a:avLst/>
          </a:prstGeom>
          <a:noFill/>
          <a:ln/>
        </p:spPr>
        <p:txBody>
          <a:bodyPr wrap="square" lIns="0" tIns="0" rIns="0" bIns="0" rtlCol="0" anchor="ctr"/>
          <a:lstStyle/>
          <a:p>
            <a:pPr indent="0" marL="0">
              <a:buNone/>
            </a:pPr>
            <a:r>
              <a:rPr lang="en-US" sz="1700" b="1" dirty="0">
                <a:solidFill>
                  <a:srgbClr val="1F2D2B"/>
                </a:solidFill>
                <a:latin typeface="Arial" pitchFamily="34" charset="0"/>
                <a:ea typeface="Arial" pitchFamily="34" charset="-122"/>
                <a:cs typeface="Arial" pitchFamily="34" charset="-120"/>
              </a:rPr>
              <a:t>アカウントを作成</a:t>
            </a:r>
            <a:endParaRPr lang="en-US" sz="1700" dirty="0"/>
          </a:p>
        </p:txBody>
      </p:sp>
      <p:sp>
        <p:nvSpPr>
          <p:cNvPr id="9" name="Text 7"/>
          <p:cNvSpPr/>
          <p:nvPr/>
        </p:nvSpPr>
        <p:spPr>
          <a:xfrm>
            <a:off x="1280160" y="2468880"/>
            <a:ext cx="5212080" cy="777240"/>
          </a:xfrm>
          <a:prstGeom prst="rect">
            <a:avLst/>
          </a:prstGeom>
          <a:noFill/>
          <a:ln/>
        </p:spPr>
        <p:txBody>
          <a:bodyPr wrap="square" lIns="0" tIns="0" rIns="0" bIns="0" rtlCol="0" anchor="ctr"/>
          <a:lstStyle/>
          <a:p>
            <a:pPr indent="0" marL="0">
              <a:lnSpc>
                <a:spcPct val="112000"/>
              </a:lnSpc>
              <a:buNone/>
            </a:pPr>
            <a:r>
              <a:rPr lang="en-US" sz="1300" dirty="0">
                <a:solidFill>
                  <a:srgbClr val="6E827E"/>
                </a:solidFill>
                <a:latin typeface="Arial" pitchFamily="34" charset="0"/>
                <a:ea typeface="Arial" pitchFamily="34" charset="-122"/>
                <a:cs typeface="Arial" pitchFamily="34" charset="-120"/>
              </a:rPr>
              <a:t>管理画面の「新規登録」からメールアドレス・パスワードで登録します。</a:t>
            </a:r>
            <a:endParaRPr lang="en-US" sz="1300" dirty="0"/>
          </a:p>
        </p:txBody>
      </p:sp>
      <p:sp>
        <p:nvSpPr>
          <p:cNvPr id="10" name="Shape 8"/>
          <p:cNvSpPr/>
          <p:nvPr/>
        </p:nvSpPr>
        <p:spPr>
          <a:xfrm>
            <a:off x="640080" y="3447288"/>
            <a:ext cx="457200" cy="457200"/>
          </a:xfrm>
          <a:prstGeom prst="ellipse">
            <a:avLst/>
          </a:prstGeom>
          <a:solidFill>
            <a:srgbClr val="4CA199"/>
          </a:solidFill>
          <a:ln/>
        </p:spPr>
      </p:sp>
      <p:sp>
        <p:nvSpPr>
          <p:cNvPr id="11" name="Text 9"/>
          <p:cNvSpPr/>
          <p:nvPr/>
        </p:nvSpPr>
        <p:spPr>
          <a:xfrm>
            <a:off x="640080" y="3447288"/>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280160" y="3383280"/>
            <a:ext cx="5120640" cy="365760"/>
          </a:xfrm>
          <a:prstGeom prst="rect">
            <a:avLst/>
          </a:prstGeom>
          <a:noFill/>
          <a:ln/>
        </p:spPr>
        <p:txBody>
          <a:bodyPr wrap="square" lIns="0" tIns="0" rIns="0" bIns="0" rtlCol="0" anchor="ctr"/>
          <a:lstStyle/>
          <a:p>
            <a:pPr indent="0" marL="0">
              <a:buNone/>
            </a:pPr>
            <a:r>
              <a:rPr lang="en-US" sz="1700" b="1" dirty="0">
                <a:solidFill>
                  <a:srgbClr val="1F2D2B"/>
                </a:solidFill>
                <a:latin typeface="Arial" pitchFamily="34" charset="0"/>
                <a:ea typeface="Arial" pitchFamily="34" charset="-122"/>
                <a:cs typeface="Arial" pitchFamily="34" charset="-120"/>
              </a:rPr>
              <a:t>プロジェクトを申請</a:t>
            </a:r>
            <a:endParaRPr lang="en-US" sz="1700" dirty="0"/>
          </a:p>
        </p:txBody>
      </p:sp>
      <p:sp>
        <p:nvSpPr>
          <p:cNvPr id="13" name="Text 11"/>
          <p:cNvSpPr/>
          <p:nvPr/>
        </p:nvSpPr>
        <p:spPr>
          <a:xfrm>
            <a:off x="1280160" y="3767328"/>
            <a:ext cx="5212080" cy="777240"/>
          </a:xfrm>
          <a:prstGeom prst="rect">
            <a:avLst/>
          </a:prstGeom>
          <a:noFill/>
          <a:ln/>
        </p:spPr>
        <p:txBody>
          <a:bodyPr wrap="square" lIns="0" tIns="0" rIns="0" bIns="0" rtlCol="0" anchor="ctr"/>
          <a:lstStyle/>
          <a:p>
            <a:pPr indent="0" marL="0">
              <a:lnSpc>
                <a:spcPct val="112000"/>
              </a:lnSpc>
              <a:buNone/>
            </a:pPr>
            <a:r>
              <a:rPr lang="en-US" sz="1300" dirty="0">
                <a:solidFill>
                  <a:srgbClr val="6E827E"/>
                </a:solidFill>
                <a:latin typeface="Arial" pitchFamily="34" charset="0"/>
                <a:ea typeface="Arial" pitchFamily="34" charset="-122"/>
                <a:cs typeface="Arial" pitchFamily="34" charset="-120"/>
              </a:rPr>
              <a:t>フェスや連続ライブなどの単位で申請。プロジェクト名と概要を入力します。</a:t>
            </a:r>
            <a:endParaRPr lang="en-US" sz="1300" dirty="0"/>
          </a:p>
        </p:txBody>
      </p:sp>
      <p:sp>
        <p:nvSpPr>
          <p:cNvPr id="14" name="Shape 12"/>
          <p:cNvSpPr/>
          <p:nvPr/>
        </p:nvSpPr>
        <p:spPr>
          <a:xfrm>
            <a:off x="640080" y="4745736"/>
            <a:ext cx="457200" cy="457200"/>
          </a:xfrm>
          <a:prstGeom prst="ellipse">
            <a:avLst/>
          </a:prstGeom>
          <a:solidFill>
            <a:srgbClr val="4CA199"/>
          </a:solidFill>
          <a:ln/>
        </p:spPr>
      </p:sp>
      <p:sp>
        <p:nvSpPr>
          <p:cNvPr id="15" name="Text 13"/>
          <p:cNvSpPr/>
          <p:nvPr/>
        </p:nvSpPr>
        <p:spPr>
          <a:xfrm>
            <a:off x="640080" y="4745736"/>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280160" y="4681728"/>
            <a:ext cx="5120640" cy="365760"/>
          </a:xfrm>
          <a:prstGeom prst="rect">
            <a:avLst/>
          </a:prstGeom>
          <a:noFill/>
          <a:ln/>
        </p:spPr>
        <p:txBody>
          <a:bodyPr wrap="square" lIns="0" tIns="0" rIns="0" bIns="0" rtlCol="0" anchor="ctr"/>
          <a:lstStyle/>
          <a:p>
            <a:pPr indent="0" marL="0">
              <a:buNone/>
            </a:pPr>
            <a:r>
              <a:rPr lang="en-US" sz="1700" b="1" dirty="0">
                <a:solidFill>
                  <a:srgbClr val="1F2D2B"/>
                </a:solidFill>
                <a:latin typeface="Arial" pitchFamily="34" charset="0"/>
                <a:ea typeface="Arial" pitchFamily="34" charset="-122"/>
                <a:cs typeface="Arial" pitchFamily="34" charset="-120"/>
              </a:rPr>
              <a:t>スーパー管理者が承認</a:t>
            </a:r>
            <a:endParaRPr lang="en-US" sz="1700" dirty="0"/>
          </a:p>
        </p:txBody>
      </p:sp>
      <p:sp>
        <p:nvSpPr>
          <p:cNvPr id="17" name="Text 15"/>
          <p:cNvSpPr/>
          <p:nvPr/>
        </p:nvSpPr>
        <p:spPr>
          <a:xfrm>
            <a:off x="1280160" y="5065776"/>
            <a:ext cx="5212080" cy="777240"/>
          </a:xfrm>
          <a:prstGeom prst="rect">
            <a:avLst/>
          </a:prstGeom>
          <a:noFill/>
          <a:ln/>
        </p:spPr>
        <p:txBody>
          <a:bodyPr wrap="square" lIns="0" tIns="0" rIns="0" bIns="0" rtlCol="0" anchor="ctr"/>
          <a:lstStyle/>
          <a:p>
            <a:pPr indent="0" marL="0">
              <a:lnSpc>
                <a:spcPct val="112000"/>
              </a:lnSpc>
              <a:buNone/>
            </a:pPr>
            <a:r>
              <a:rPr lang="en-US" sz="1300" dirty="0">
                <a:solidFill>
                  <a:srgbClr val="6E827E"/>
                </a:solidFill>
                <a:latin typeface="Arial" pitchFamily="34" charset="0"/>
                <a:ea typeface="Arial" pitchFamily="34" charset="-122"/>
                <a:cs typeface="Arial" pitchFamily="34" charset="-120"/>
              </a:rPr>
              <a:t>承認されると、そのプロジェクト内でイベントを自由に作成できるようになります。</a:t>
            </a:r>
            <a:endParaRPr lang="en-US" sz="1300" dirty="0"/>
          </a:p>
        </p:txBody>
      </p:sp>
      <p:sp>
        <p:nvSpPr>
          <p:cNvPr id="18" name="Shape 16"/>
          <p:cNvSpPr/>
          <p:nvPr/>
        </p:nvSpPr>
        <p:spPr>
          <a:xfrm>
            <a:off x="7040880" y="2011680"/>
            <a:ext cx="4572000" cy="4160520"/>
          </a:xfrm>
          <a:prstGeom prst="roundRect">
            <a:avLst>
              <a:gd name="adj" fmla="val 2198"/>
            </a:avLst>
          </a:prstGeom>
          <a:solidFill>
            <a:srgbClr val="FFFFFF"/>
          </a:solidFill>
          <a:ln/>
          <a:effectLst>
            <a:outerShdw sx="100000" sy="100000" kx="0" ky="0" algn="bl" rotWithShape="0" blurRad="114300" dist="38100" dir="5400000">
              <a:srgbClr val="000000">
                <a:alpha val="10000"/>
              </a:srgbClr>
            </a:outerShdw>
          </a:effectLst>
        </p:spPr>
      </p:sp>
      <p:sp>
        <p:nvSpPr>
          <p:cNvPr id="19" name="Shape 17"/>
          <p:cNvSpPr/>
          <p:nvPr/>
        </p:nvSpPr>
        <p:spPr>
          <a:xfrm>
            <a:off x="7040880" y="2011680"/>
            <a:ext cx="4572000" cy="566928"/>
          </a:xfrm>
          <a:prstGeom prst="roundRect">
            <a:avLst>
              <a:gd name="adj" fmla="val 16129"/>
            </a:avLst>
          </a:prstGeom>
          <a:solidFill>
            <a:srgbClr val="3D8580"/>
          </a:solidFill>
          <a:ln/>
        </p:spPr>
      </p:sp>
      <p:sp>
        <p:nvSpPr>
          <p:cNvPr id="20" name="Shape 18"/>
          <p:cNvSpPr/>
          <p:nvPr/>
        </p:nvSpPr>
        <p:spPr>
          <a:xfrm>
            <a:off x="7040880" y="2295144"/>
            <a:ext cx="4572000" cy="283464"/>
          </a:xfrm>
          <a:prstGeom prst="rect">
            <a:avLst/>
          </a:prstGeom>
          <a:solidFill>
            <a:srgbClr val="3D8580"/>
          </a:solidFill>
          <a:ln/>
        </p:spPr>
      </p:sp>
      <p:sp>
        <p:nvSpPr>
          <p:cNvPr id="21" name="Text 19"/>
          <p:cNvSpPr/>
          <p:nvPr/>
        </p:nvSpPr>
        <p:spPr>
          <a:xfrm>
            <a:off x="7315200" y="2011680"/>
            <a:ext cx="402336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管理画面 · プロジェクトを申請</a:t>
            </a:r>
            <a:endParaRPr lang="en-US" sz="1250" dirty="0"/>
          </a:p>
        </p:txBody>
      </p:sp>
      <p:sp>
        <p:nvSpPr>
          <p:cNvPr id="22" name="Shape 20"/>
          <p:cNvSpPr/>
          <p:nvPr/>
        </p:nvSpPr>
        <p:spPr>
          <a:xfrm>
            <a:off x="7315200" y="2788920"/>
            <a:ext cx="4023360" cy="731520"/>
          </a:xfrm>
          <a:prstGeom prst="roundRect">
            <a:avLst>
              <a:gd name="adj" fmla="val 10000"/>
            </a:avLst>
          </a:prstGeom>
          <a:solidFill>
            <a:srgbClr val="E8F1EE"/>
          </a:solidFill>
          <a:ln/>
        </p:spPr>
      </p:sp>
      <p:sp>
        <p:nvSpPr>
          <p:cNvPr id="23" name="Text 21"/>
          <p:cNvSpPr/>
          <p:nvPr/>
        </p:nvSpPr>
        <p:spPr>
          <a:xfrm>
            <a:off x="7498080" y="2834640"/>
            <a:ext cx="3657600" cy="640080"/>
          </a:xfrm>
          <a:prstGeom prst="rect">
            <a:avLst/>
          </a:prstGeom>
          <a:noFill/>
          <a:ln/>
        </p:spPr>
        <p:txBody>
          <a:bodyPr wrap="square" lIns="0" tIns="0" rIns="0" bIns="0" rtlCol="0" anchor="ctr"/>
          <a:lstStyle/>
          <a:p>
            <a:pPr indent="0" marL="0">
              <a:lnSpc>
                <a:spcPct val="110000"/>
              </a:lnSpc>
              <a:buNone/>
            </a:pPr>
            <a:r>
              <a:rPr lang="en-US" sz="1150" dirty="0">
                <a:solidFill>
                  <a:srgbClr val="2C6A62"/>
                </a:solidFill>
                <a:latin typeface="Arial" pitchFamily="34" charset="0"/>
                <a:ea typeface="Arial" pitchFamily="34" charset="-122"/>
                <a:cs typeface="Arial" pitchFamily="34" charset="-120"/>
              </a:rPr>
              <a:t>申請後はスーパー管理者の承認待ちに。承認されるとイベントを作成できます。</a:t>
            </a:r>
            <a:endParaRPr lang="en-US" sz="1150" dirty="0"/>
          </a:p>
        </p:txBody>
      </p:sp>
      <p:sp>
        <p:nvSpPr>
          <p:cNvPr id="24" name="Text 22"/>
          <p:cNvSpPr/>
          <p:nvPr/>
        </p:nvSpPr>
        <p:spPr>
          <a:xfrm>
            <a:off x="7315200" y="3703320"/>
            <a:ext cx="4023360" cy="256032"/>
          </a:xfrm>
          <a:prstGeom prst="rect">
            <a:avLst/>
          </a:prstGeom>
          <a:noFill/>
          <a:ln/>
        </p:spPr>
        <p:txBody>
          <a:bodyPr wrap="square" lIns="0" tIns="0" rIns="0" bIns="0" rtlCol="0" anchor="ctr"/>
          <a:lstStyle/>
          <a:p>
            <a:pPr indent="0" marL="0">
              <a:buNone/>
            </a:pPr>
            <a:r>
              <a:rPr lang="en-US" sz="1150" b="1" dirty="0">
                <a:solidFill>
                  <a:srgbClr val="1F2D2B"/>
                </a:solidFill>
                <a:latin typeface="Arial" pitchFamily="34" charset="0"/>
                <a:ea typeface="Arial" pitchFamily="34" charset="-122"/>
                <a:cs typeface="Arial" pitchFamily="34" charset="-120"/>
              </a:rPr>
              <a:t>プロジェクト名 *</a:t>
            </a:r>
            <a:endParaRPr lang="en-US" sz="1150" dirty="0"/>
          </a:p>
        </p:txBody>
      </p:sp>
      <p:sp>
        <p:nvSpPr>
          <p:cNvPr id="25" name="Shape 23"/>
          <p:cNvSpPr/>
          <p:nvPr/>
        </p:nvSpPr>
        <p:spPr>
          <a:xfrm>
            <a:off x="7315200" y="3977640"/>
            <a:ext cx="4023360" cy="457200"/>
          </a:xfrm>
          <a:prstGeom prst="roundRect">
            <a:avLst>
              <a:gd name="adj" fmla="val 12000"/>
            </a:avLst>
          </a:prstGeom>
          <a:solidFill>
            <a:srgbClr val="FFFFFF"/>
          </a:solidFill>
          <a:ln w="12700">
            <a:solidFill>
              <a:srgbClr val="DCE7E3"/>
            </a:solidFill>
            <a:prstDash val="solid"/>
          </a:ln>
        </p:spPr>
      </p:sp>
      <p:sp>
        <p:nvSpPr>
          <p:cNvPr id="26" name="Text 24"/>
          <p:cNvSpPr/>
          <p:nvPr/>
        </p:nvSpPr>
        <p:spPr>
          <a:xfrm>
            <a:off x="7452360" y="3977640"/>
            <a:ext cx="3749040" cy="457200"/>
          </a:xfrm>
          <a:prstGeom prst="rect">
            <a:avLst/>
          </a:prstGeom>
          <a:noFill/>
          <a:ln/>
        </p:spPr>
        <p:txBody>
          <a:bodyPr wrap="square" lIns="0" tIns="0" rIns="0" bIns="0" rtlCol="0" anchor="ctr"/>
          <a:lstStyle/>
          <a:p>
            <a:pPr indent="0" marL="0">
              <a:buNone/>
            </a:pPr>
            <a:r>
              <a:rPr lang="en-US" sz="1100" dirty="0">
                <a:solidFill>
                  <a:srgbClr val="AFC0BC"/>
                </a:solidFill>
                <a:latin typeface="Arial" pitchFamily="34" charset="0"/>
                <a:ea typeface="Arial" pitchFamily="34" charset="-122"/>
                <a:cs typeface="Arial" pitchFamily="34" charset="-120"/>
              </a:rPr>
              <a:t>例: ○○フェス 2026</a:t>
            </a:r>
            <a:endParaRPr lang="en-US" sz="1100" dirty="0"/>
          </a:p>
        </p:txBody>
      </p:sp>
      <p:sp>
        <p:nvSpPr>
          <p:cNvPr id="27" name="Text 25"/>
          <p:cNvSpPr/>
          <p:nvPr/>
        </p:nvSpPr>
        <p:spPr>
          <a:xfrm>
            <a:off x="7315200" y="4526280"/>
            <a:ext cx="4023360" cy="256032"/>
          </a:xfrm>
          <a:prstGeom prst="rect">
            <a:avLst/>
          </a:prstGeom>
          <a:noFill/>
          <a:ln/>
        </p:spPr>
        <p:txBody>
          <a:bodyPr wrap="square" lIns="0" tIns="0" rIns="0" bIns="0" rtlCol="0" anchor="ctr"/>
          <a:lstStyle/>
          <a:p>
            <a:pPr indent="0" marL="0">
              <a:buNone/>
            </a:pPr>
            <a:r>
              <a:rPr lang="en-US" sz="1150" b="1" dirty="0">
                <a:solidFill>
                  <a:srgbClr val="1F2D2B"/>
                </a:solidFill>
                <a:latin typeface="Arial" pitchFamily="34" charset="0"/>
                <a:ea typeface="Arial" pitchFamily="34" charset="-122"/>
                <a:cs typeface="Arial" pitchFamily="34" charset="-120"/>
              </a:rPr>
              <a:t>概要（任意）</a:t>
            </a:r>
            <a:endParaRPr lang="en-US" sz="1150" dirty="0"/>
          </a:p>
        </p:txBody>
      </p:sp>
      <p:sp>
        <p:nvSpPr>
          <p:cNvPr id="28" name="Shape 26"/>
          <p:cNvSpPr/>
          <p:nvPr/>
        </p:nvSpPr>
        <p:spPr>
          <a:xfrm>
            <a:off x="7315200" y="4800600"/>
            <a:ext cx="4023360" cy="457200"/>
          </a:xfrm>
          <a:prstGeom prst="roundRect">
            <a:avLst>
              <a:gd name="adj" fmla="val 12000"/>
            </a:avLst>
          </a:prstGeom>
          <a:solidFill>
            <a:srgbClr val="FFFFFF"/>
          </a:solidFill>
          <a:ln w="12700">
            <a:solidFill>
              <a:srgbClr val="DCE7E3"/>
            </a:solidFill>
            <a:prstDash val="solid"/>
          </a:ln>
        </p:spPr>
      </p:sp>
      <p:sp>
        <p:nvSpPr>
          <p:cNvPr id="29" name="Text 27"/>
          <p:cNvSpPr/>
          <p:nvPr/>
        </p:nvSpPr>
        <p:spPr>
          <a:xfrm>
            <a:off x="7452360" y="4800600"/>
            <a:ext cx="3749040" cy="457200"/>
          </a:xfrm>
          <a:prstGeom prst="rect">
            <a:avLst/>
          </a:prstGeom>
          <a:noFill/>
          <a:ln/>
        </p:spPr>
        <p:txBody>
          <a:bodyPr wrap="square" lIns="0" tIns="0" rIns="0" bIns="0" rtlCol="0" anchor="ctr"/>
          <a:lstStyle/>
          <a:p>
            <a:pPr indent="0" marL="0">
              <a:buNone/>
            </a:pPr>
            <a:r>
              <a:rPr lang="en-US" sz="1100" dirty="0">
                <a:solidFill>
                  <a:srgbClr val="AFC0BC"/>
                </a:solidFill>
                <a:latin typeface="Arial" pitchFamily="34" charset="0"/>
                <a:ea typeface="Arial" pitchFamily="34" charset="-122"/>
                <a:cs typeface="Arial" pitchFamily="34" charset="-120"/>
              </a:rPr>
              <a:t>どんなプロジェクトか、開催規模など</a:t>
            </a:r>
            <a:endParaRPr lang="en-US" sz="1100" dirty="0"/>
          </a:p>
        </p:txBody>
      </p:sp>
      <p:sp>
        <p:nvSpPr>
          <p:cNvPr id="30" name="Shape 28"/>
          <p:cNvSpPr/>
          <p:nvPr/>
        </p:nvSpPr>
        <p:spPr>
          <a:xfrm>
            <a:off x="7315200" y="5413248"/>
            <a:ext cx="4023360" cy="530352"/>
          </a:xfrm>
          <a:prstGeom prst="roundRect">
            <a:avLst>
              <a:gd name="adj" fmla="val 13793"/>
            </a:avLst>
          </a:prstGeom>
          <a:solidFill>
            <a:srgbClr val="3D8580"/>
          </a:solidFill>
          <a:ln/>
          <a:effectLst>
            <a:outerShdw sx="100000" sy="100000" kx="0" ky="0" algn="bl" rotWithShape="0" blurRad="114300" dist="38100" dir="5400000">
              <a:srgbClr val="000000">
                <a:alpha val="10000"/>
              </a:srgbClr>
            </a:outerShdw>
          </a:effectLst>
        </p:spPr>
      </p:sp>
      <p:sp>
        <p:nvSpPr>
          <p:cNvPr id="31" name="Text 29"/>
          <p:cNvSpPr/>
          <p:nvPr/>
        </p:nvSpPr>
        <p:spPr>
          <a:xfrm>
            <a:off x="7315200" y="5413248"/>
            <a:ext cx="4023360" cy="530352"/>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申請する</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548640" y="566928"/>
            <a:ext cx="786384" cy="786384"/>
          </a:xfrm>
          <a:prstGeom prst="ellipse">
            <a:avLst/>
          </a:prstGeom>
          <a:solidFill>
            <a:srgbClr val="3D8580"/>
          </a:solidFill>
          <a:ln/>
          <a:effectLst>
            <a:outerShdw sx="100000" sy="100000" kx="0" ky="0" algn="bl" rotWithShape="0" blurRad="114300" dist="38100" dir="5400000">
              <a:srgbClr val="000000">
                <a:alpha val="10000"/>
              </a:srgbClr>
            </a:outerShdw>
          </a:effectLst>
        </p:spPr>
      </p:sp>
      <p:sp>
        <p:nvSpPr>
          <p:cNvPr id="3" name="Text 1"/>
          <p:cNvSpPr/>
          <p:nvPr/>
        </p:nvSpPr>
        <p:spPr>
          <a:xfrm>
            <a:off x="548640" y="566928"/>
            <a:ext cx="786384" cy="786384"/>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4" name="Text 2"/>
          <p:cNvSpPr/>
          <p:nvPr/>
        </p:nvSpPr>
        <p:spPr>
          <a:xfrm>
            <a:off x="1591056" y="566928"/>
            <a:ext cx="8229600" cy="310896"/>
          </a:xfrm>
          <a:prstGeom prst="rect">
            <a:avLst/>
          </a:prstGeom>
          <a:noFill/>
          <a:ln/>
        </p:spPr>
        <p:txBody>
          <a:bodyPr wrap="square" lIns="0" tIns="0" rIns="0" bIns="0" rtlCol="0" anchor="ctr"/>
          <a:lstStyle/>
          <a:p>
            <a:pPr indent="0" marL="0">
              <a:buNone/>
            </a:pPr>
            <a:r>
              <a:rPr lang="en-US" sz="1200" b="1" spc="200" kern="0" dirty="0">
                <a:solidFill>
                  <a:srgbClr val="4CA199"/>
                </a:solidFill>
                <a:latin typeface="Courier New" pitchFamily="34" charset="0"/>
                <a:ea typeface="Courier New" pitchFamily="34" charset="-122"/>
                <a:cs typeface="Courier New" pitchFamily="34" charset="-120"/>
              </a:rPr>
              <a:t>STEP 2 ── EVENT &amp; QR</a:t>
            </a:r>
            <a:endParaRPr lang="en-US" sz="1200" dirty="0"/>
          </a:p>
        </p:txBody>
      </p:sp>
      <p:sp>
        <p:nvSpPr>
          <p:cNvPr id="5" name="Text 3"/>
          <p:cNvSpPr/>
          <p:nvPr/>
        </p:nvSpPr>
        <p:spPr>
          <a:xfrm>
            <a:off x="1591056" y="841248"/>
            <a:ext cx="10058400" cy="603504"/>
          </a:xfrm>
          <a:prstGeom prst="rect">
            <a:avLst/>
          </a:prstGeom>
          <a:noFill/>
          <a:ln/>
        </p:spPr>
        <p:txBody>
          <a:bodyPr wrap="square" lIns="0" tIns="0" rIns="0" bIns="0" rtlCol="0" anchor="ctr"/>
          <a:lstStyle/>
          <a:p>
            <a:pPr indent="0" marL="0">
              <a:buNone/>
            </a:pPr>
            <a:r>
              <a:rPr lang="en-US" sz="3000" b="1" dirty="0">
                <a:solidFill>
                  <a:srgbClr val="1F2D2B"/>
                </a:solidFill>
                <a:latin typeface="Arial" pitchFamily="34" charset="0"/>
                <a:ea typeface="Arial" pitchFamily="34" charset="-122"/>
                <a:cs typeface="Arial" pitchFamily="34" charset="-120"/>
              </a:rPr>
              <a:t>イベント作成と QR 発行</a:t>
            </a:r>
            <a:endParaRPr lang="en-US" sz="3000" dirty="0"/>
          </a:p>
        </p:txBody>
      </p:sp>
      <p:sp>
        <p:nvSpPr>
          <p:cNvPr id="6" name="Shape 4"/>
          <p:cNvSpPr/>
          <p:nvPr/>
        </p:nvSpPr>
        <p:spPr>
          <a:xfrm>
            <a:off x="7040880" y="2011680"/>
            <a:ext cx="4572000" cy="4160520"/>
          </a:xfrm>
          <a:prstGeom prst="roundRect">
            <a:avLst>
              <a:gd name="adj" fmla="val 2198"/>
            </a:avLst>
          </a:prstGeom>
          <a:solidFill>
            <a:srgbClr val="FFFFFF"/>
          </a:solidFill>
          <a:ln/>
          <a:effectLst>
            <a:outerShdw sx="100000" sy="100000" kx="0" ky="0" algn="bl" rotWithShape="0" blurRad="114300" dist="38100" dir="5400000">
              <a:srgbClr val="000000">
                <a:alpha val="10000"/>
              </a:srgbClr>
            </a:outerShdw>
          </a:effectLst>
        </p:spPr>
      </p:sp>
      <p:sp>
        <p:nvSpPr>
          <p:cNvPr id="7" name="Shape 5"/>
          <p:cNvSpPr/>
          <p:nvPr/>
        </p:nvSpPr>
        <p:spPr>
          <a:xfrm>
            <a:off x="7040880" y="2011680"/>
            <a:ext cx="4572000" cy="566928"/>
          </a:xfrm>
          <a:prstGeom prst="roundRect">
            <a:avLst>
              <a:gd name="adj" fmla="val 16129"/>
            </a:avLst>
          </a:prstGeom>
          <a:solidFill>
            <a:srgbClr val="3D8580"/>
          </a:solidFill>
          <a:ln/>
        </p:spPr>
      </p:sp>
      <p:sp>
        <p:nvSpPr>
          <p:cNvPr id="8" name="Shape 6"/>
          <p:cNvSpPr/>
          <p:nvPr/>
        </p:nvSpPr>
        <p:spPr>
          <a:xfrm>
            <a:off x="7040880" y="2295144"/>
            <a:ext cx="4572000" cy="283464"/>
          </a:xfrm>
          <a:prstGeom prst="rect">
            <a:avLst/>
          </a:prstGeom>
          <a:solidFill>
            <a:srgbClr val="3D8580"/>
          </a:solidFill>
          <a:ln/>
        </p:spPr>
      </p:sp>
      <p:sp>
        <p:nvSpPr>
          <p:cNvPr id="9" name="Text 7"/>
          <p:cNvSpPr/>
          <p:nvPr/>
        </p:nvSpPr>
        <p:spPr>
          <a:xfrm>
            <a:off x="7315200" y="2011680"/>
            <a:ext cx="4023360" cy="56692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管理画面 · 新規イベント作成</a:t>
            </a:r>
            <a:endParaRPr lang="en-US" sz="1250" dirty="0"/>
          </a:p>
        </p:txBody>
      </p:sp>
      <p:sp>
        <p:nvSpPr>
          <p:cNvPr id="10" name="Text 8"/>
          <p:cNvSpPr/>
          <p:nvPr/>
        </p:nvSpPr>
        <p:spPr>
          <a:xfrm>
            <a:off x="7315200" y="2724912"/>
            <a:ext cx="4023360" cy="237744"/>
          </a:xfrm>
          <a:prstGeom prst="rect">
            <a:avLst/>
          </a:prstGeom>
          <a:noFill/>
          <a:ln/>
        </p:spPr>
        <p:txBody>
          <a:bodyPr wrap="square" lIns="0" tIns="0" rIns="0" bIns="0" rtlCol="0" anchor="ctr"/>
          <a:lstStyle/>
          <a:p>
            <a:pPr indent="0" marL="0">
              <a:buNone/>
            </a:pPr>
            <a:r>
              <a:rPr lang="en-US" sz="1100" b="1" dirty="0">
                <a:solidFill>
                  <a:srgbClr val="1F2D2B"/>
                </a:solidFill>
                <a:latin typeface="Arial" pitchFamily="34" charset="0"/>
                <a:ea typeface="Arial" pitchFamily="34" charset="-122"/>
                <a:cs typeface="Arial" pitchFamily="34" charset="-120"/>
              </a:rPr>
              <a:t>イベント名 *</a:t>
            </a:r>
            <a:endParaRPr lang="en-US" sz="1100" dirty="0"/>
          </a:p>
        </p:txBody>
      </p:sp>
      <p:sp>
        <p:nvSpPr>
          <p:cNvPr id="11" name="Shape 9"/>
          <p:cNvSpPr/>
          <p:nvPr/>
        </p:nvSpPr>
        <p:spPr>
          <a:xfrm>
            <a:off x="7315200" y="2971800"/>
            <a:ext cx="4023360" cy="402336"/>
          </a:xfrm>
          <a:prstGeom prst="roundRect">
            <a:avLst>
              <a:gd name="adj" fmla="val 13636"/>
            </a:avLst>
          </a:prstGeom>
          <a:solidFill>
            <a:srgbClr val="FFFFFF"/>
          </a:solidFill>
          <a:ln w="12700">
            <a:solidFill>
              <a:srgbClr val="DCE7E3"/>
            </a:solidFill>
            <a:prstDash val="solid"/>
          </a:ln>
        </p:spPr>
      </p:sp>
      <p:sp>
        <p:nvSpPr>
          <p:cNvPr id="12" name="Text 10"/>
          <p:cNvSpPr/>
          <p:nvPr/>
        </p:nvSpPr>
        <p:spPr>
          <a:xfrm>
            <a:off x="7452360" y="2971800"/>
            <a:ext cx="3749040" cy="402336"/>
          </a:xfrm>
          <a:prstGeom prst="rect">
            <a:avLst/>
          </a:prstGeom>
          <a:noFill/>
          <a:ln/>
        </p:spPr>
        <p:txBody>
          <a:bodyPr wrap="square" lIns="0" tIns="0" rIns="0" bIns="0" rtlCol="0" anchor="ctr"/>
          <a:lstStyle/>
          <a:p>
            <a:pPr indent="0" marL="0">
              <a:buNone/>
            </a:pPr>
            <a:r>
              <a:rPr lang="en-US" sz="1050" dirty="0">
                <a:solidFill>
                  <a:srgbClr val="AFC0BC"/>
                </a:solidFill>
                <a:latin typeface="Arial" pitchFamily="34" charset="0"/>
                <a:ea typeface="Arial" pitchFamily="34" charset="-122"/>
                <a:cs typeface="Arial" pitchFamily="34" charset="-120"/>
              </a:rPr>
              <a:t>例: 東京公演 2026</a:t>
            </a:r>
            <a:endParaRPr lang="en-US" sz="1050" dirty="0"/>
          </a:p>
        </p:txBody>
      </p:sp>
      <p:sp>
        <p:nvSpPr>
          <p:cNvPr id="13" name="Text 11"/>
          <p:cNvSpPr/>
          <p:nvPr/>
        </p:nvSpPr>
        <p:spPr>
          <a:xfrm>
            <a:off x="7315200" y="3383280"/>
            <a:ext cx="4023360" cy="237744"/>
          </a:xfrm>
          <a:prstGeom prst="rect">
            <a:avLst/>
          </a:prstGeom>
          <a:noFill/>
          <a:ln/>
        </p:spPr>
        <p:txBody>
          <a:bodyPr wrap="square" lIns="0" tIns="0" rIns="0" bIns="0" rtlCol="0" anchor="ctr"/>
          <a:lstStyle/>
          <a:p>
            <a:pPr indent="0" marL="0">
              <a:buNone/>
            </a:pPr>
            <a:r>
              <a:rPr lang="en-US" sz="1100" b="1" dirty="0">
                <a:solidFill>
                  <a:srgbClr val="1F2D2B"/>
                </a:solidFill>
                <a:latin typeface="Arial" pitchFamily="34" charset="0"/>
                <a:ea typeface="Arial" pitchFamily="34" charset="-122"/>
                <a:cs typeface="Arial" pitchFamily="34" charset="-120"/>
              </a:rPr>
              <a:t>開催日 *</a:t>
            </a:r>
            <a:endParaRPr lang="en-US" sz="1100" dirty="0"/>
          </a:p>
        </p:txBody>
      </p:sp>
      <p:sp>
        <p:nvSpPr>
          <p:cNvPr id="14" name="Shape 12"/>
          <p:cNvSpPr/>
          <p:nvPr/>
        </p:nvSpPr>
        <p:spPr>
          <a:xfrm>
            <a:off x="7315200" y="3630168"/>
            <a:ext cx="4023360" cy="402336"/>
          </a:xfrm>
          <a:prstGeom prst="roundRect">
            <a:avLst>
              <a:gd name="adj" fmla="val 13636"/>
            </a:avLst>
          </a:prstGeom>
          <a:solidFill>
            <a:srgbClr val="FFFFFF"/>
          </a:solidFill>
          <a:ln w="12700">
            <a:solidFill>
              <a:srgbClr val="DCE7E3"/>
            </a:solidFill>
            <a:prstDash val="solid"/>
          </a:ln>
        </p:spPr>
      </p:sp>
      <p:sp>
        <p:nvSpPr>
          <p:cNvPr id="15" name="Text 13"/>
          <p:cNvSpPr/>
          <p:nvPr/>
        </p:nvSpPr>
        <p:spPr>
          <a:xfrm>
            <a:off x="7452360" y="3630168"/>
            <a:ext cx="3749040" cy="402336"/>
          </a:xfrm>
          <a:prstGeom prst="rect">
            <a:avLst/>
          </a:prstGeom>
          <a:noFill/>
          <a:ln/>
        </p:spPr>
        <p:txBody>
          <a:bodyPr wrap="square" lIns="0" tIns="0" rIns="0" bIns="0" rtlCol="0" anchor="ctr"/>
          <a:lstStyle/>
          <a:p>
            <a:pPr indent="0" marL="0">
              <a:buNone/>
            </a:pPr>
            <a:r>
              <a:rPr lang="en-US" sz="1050" dirty="0">
                <a:solidFill>
                  <a:srgbClr val="AFC0BC"/>
                </a:solidFill>
                <a:latin typeface="Arial" pitchFamily="34" charset="0"/>
                <a:ea typeface="Arial" pitchFamily="34" charset="-122"/>
                <a:cs typeface="Arial" pitchFamily="34" charset="-120"/>
              </a:rPr>
              <a:t>年 / 月 / 日</a:t>
            </a:r>
            <a:endParaRPr lang="en-US" sz="1050" dirty="0"/>
          </a:p>
        </p:txBody>
      </p:sp>
      <p:sp>
        <p:nvSpPr>
          <p:cNvPr id="16" name="Text 14"/>
          <p:cNvSpPr/>
          <p:nvPr/>
        </p:nvSpPr>
        <p:spPr>
          <a:xfrm>
            <a:off x="7315200" y="4041648"/>
            <a:ext cx="4023360" cy="237744"/>
          </a:xfrm>
          <a:prstGeom prst="rect">
            <a:avLst/>
          </a:prstGeom>
          <a:noFill/>
          <a:ln/>
        </p:spPr>
        <p:txBody>
          <a:bodyPr wrap="square" lIns="0" tIns="0" rIns="0" bIns="0" rtlCol="0" anchor="ctr"/>
          <a:lstStyle/>
          <a:p>
            <a:pPr indent="0" marL="0">
              <a:buNone/>
            </a:pPr>
            <a:r>
              <a:rPr lang="en-US" sz="1100" b="1" dirty="0">
                <a:solidFill>
                  <a:srgbClr val="1F2D2B"/>
                </a:solidFill>
                <a:latin typeface="Arial" pitchFamily="34" charset="0"/>
                <a:ea typeface="Arial" pitchFamily="34" charset="-122"/>
                <a:cs typeface="Arial" pitchFamily="34" charset="-120"/>
              </a:rPr>
              <a:t>会場名 *</a:t>
            </a:r>
            <a:endParaRPr lang="en-US" sz="1100" dirty="0"/>
          </a:p>
        </p:txBody>
      </p:sp>
      <p:sp>
        <p:nvSpPr>
          <p:cNvPr id="17" name="Shape 15"/>
          <p:cNvSpPr/>
          <p:nvPr/>
        </p:nvSpPr>
        <p:spPr>
          <a:xfrm>
            <a:off x="7315200" y="4288536"/>
            <a:ext cx="4023360" cy="402336"/>
          </a:xfrm>
          <a:prstGeom prst="roundRect">
            <a:avLst>
              <a:gd name="adj" fmla="val 13636"/>
            </a:avLst>
          </a:prstGeom>
          <a:solidFill>
            <a:srgbClr val="FFFFFF"/>
          </a:solidFill>
          <a:ln w="12700">
            <a:solidFill>
              <a:srgbClr val="DCE7E3"/>
            </a:solidFill>
            <a:prstDash val="solid"/>
          </a:ln>
        </p:spPr>
      </p:sp>
      <p:sp>
        <p:nvSpPr>
          <p:cNvPr id="18" name="Text 16"/>
          <p:cNvSpPr/>
          <p:nvPr/>
        </p:nvSpPr>
        <p:spPr>
          <a:xfrm>
            <a:off x="7452360" y="4288536"/>
            <a:ext cx="3749040" cy="402336"/>
          </a:xfrm>
          <a:prstGeom prst="rect">
            <a:avLst/>
          </a:prstGeom>
          <a:noFill/>
          <a:ln/>
        </p:spPr>
        <p:txBody>
          <a:bodyPr wrap="square" lIns="0" tIns="0" rIns="0" bIns="0" rtlCol="0" anchor="ctr"/>
          <a:lstStyle/>
          <a:p>
            <a:pPr indent="0" marL="0">
              <a:buNone/>
            </a:pPr>
            <a:r>
              <a:rPr lang="en-US" sz="1050" dirty="0">
                <a:solidFill>
                  <a:srgbClr val="AFC0BC"/>
                </a:solidFill>
                <a:latin typeface="Arial" pitchFamily="34" charset="0"/>
                <a:ea typeface="Arial" pitchFamily="34" charset="-122"/>
                <a:cs typeface="Arial" pitchFamily="34" charset="-120"/>
              </a:rPr>
              <a:t>例: Zepp DiverCity</a:t>
            </a:r>
            <a:endParaRPr lang="en-US" sz="1050" dirty="0"/>
          </a:p>
        </p:txBody>
      </p:sp>
      <p:sp>
        <p:nvSpPr>
          <p:cNvPr id="19" name="Text 17"/>
          <p:cNvSpPr/>
          <p:nvPr/>
        </p:nvSpPr>
        <p:spPr>
          <a:xfrm>
            <a:off x="7315200" y="4700016"/>
            <a:ext cx="4023360" cy="237744"/>
          </a:xfrm>
          <a:prstGeom prst="rect">
            <a:avLst/>
          </a:prstGeom>
          <a:noFill/>
          <a:ln/>
        </p:spPr>
        <p:txBody>
          <a:bodyPr wrap="square" lIns="0" tIns="0" rIns="0" bIns="0" rtlCol="0" anchor="ctr"/>
          <a:lstStyle/>
          <a:p>
            <a:pPr indent="0" marL="0">
              <a:buNone/>
            </a:pPr>
            <a:r>
              <a:rPr lang="en-US" sz="1100" b="1" dirty="0">
                <a:solidFill>
                  <a:srgbClr val="1F2D2B"/>
                </a:solidFill>
                <a:latin typeface="Arial" pitchFamily="34" charset="0"/>
                <a:ea typeface="Arial" pitchFamily="34" charset="-122"/>
                <a:cs typeface="Arial" pitchFamily="34" charset="-120"/>
              </a:rPr>
              <a:t>説明（任意）</a:t>
            </a:r>
            <a:endParaRPr lang="en-US" sz="1100" dirty="0"/>
          </a:p>
        </p:txBody>
      </p:sp>
      <p:sp>
        <p:nvSpPr>
          <p:cNvPr id="20" name="Shape 18"/>
          <p:cNvSpPr/>
          <p:nvPr/>
        </p:nvSpPr>
        <p:spPr>
          <a:xfrm>
            <a:off x="7315200" y="4946904"/>
            <a:ext cx="4023360" cy="402336"/>
          </a:xfrm>
          <a:prstGeom prst="roundRect">
            <a:avLst>
              <a:gd name="adj" fmla="val 13636"/>
            </a:avLst>
          </a:prstGeom>
          <a:solidFill>
            <a:srgbClr val="FFFFFF"/>
          </a:solidFill>
          <a:ln w="12700">
            <a:solidFill>
              <a:srgbClr val="DCE7E3"/>
            </a:solidFill>
            <a:prstDash val="solid"/>
          </a:ln>
        </p:spPr>
      </p:sp>
      <p:sp>
        <p:nvSpPr>
          <p:cNvPr id="21" name="Text 19"/>
          <p:cNvSpPr/>
          <p:nvPr/>
        </p:nvSpPr>
        <p:spPr>
          <a:xfrm>
            <a:off x="7452360" y="4946904"/>
            <a:ext cx="3749040" cy="402336"/>
          </a:xfrm>
          <a:prstGeom prst="rect">
            <a:avLst/>
          </a:prstGeom>
          <a:noFill/>
          <a:ln/>
        </p:spPr>
        <p:txBody>
          <a:bodyPr wrap="square" lIns="0" tIns="0" rIns="0" bIns="0" rtlCol="0" anchor="ctr"/>
          <a:lstStyle/>
          <a:p>
            <a:pPr indent="0" marL="0">
              <a:buNone/>
            </a:pPr>
            <a:r>
              <a:rPr lang="en-US" sz="1050" dirty="0">
                <a:solidFill>
                  <a:srgbClr val="AFC0BC"/>
                </a:solidFill>
                <a:latin typeface="Arial" pitchFamily="34" charset="0"/>
                <a:ea typeface="Arial" pitchFamily="34" charset="-122"/>
                <a:cs typeface="Arial" pitchFamily="34" charset="-120"/>
              </a:rPr>
              <a:t>イベントの説明</a:t>
            </a:r>
            <a:endParaRPr lang="en-US" sz="1050" dirty="0"/>
          </a:p>
        </p:txBody>
      </p:sp>
      <p:sp>
        <p:nvSpPr>
          <p:cNvPr id="22" name="Shape 20"/>
          <p:cNvSpPr/>
          <p:nvPr/>
        </p:nvSpPr>
        <p:spPr>
          <a:xfrm>
            <a:off x="7315200" y="5532120"/>
            <a:ext cx="4023360" cy="457200"/>
          </a:xfrm>
          <a:prstGeom prst="roundRect">
            <a:avLst>
              <a:gd name="adj" fmla="val 16000"/>
            </a:avLst>
          </a:prstGeom>
          <a:solidFill>
            <a:srgbClr val="3D8580"/>
          </a:solidFill>
          <a:ln/>
          <a:effectLst>
            <a:outerShdw sx="100000" sy="100000" kx="0" ky="0" algn="bl" rotWithShape="0" blurRad="114300" dist="38100" dir="5400000">
              <a:srgbClr val="000000">
                <a:alpha val="10000"/>
              </a:srgbClr>
            </a:outerShdw>
          </a:effectLst>
        </p:spPr>
      </p:sp>
      <p:sp>
        <p:nvSpPr>
          <p:cNvPr id="23" name="Text 21"/>
          <p:cNvSpPr/>
          <p:nvPr/>
        </p:nvSpPr>
        <p:spPr>
          <a:xfrm>
            <a:off x="7315200" y="5532120"/>
            <a:ext cx="402336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イベントを作成</a:t>
            </a:r>
            <a:endParaRPr lang="en-US" sz="1300" dirty="0"/>
          </a:p>
        </p:txBody>
      </p:sp>
      <p:sp>
        <p:nvSpPr>
          <p:cNvPr id="24" name="Shape 22"/>
          <p:cNvSpPr/>
          <p:nvPr/>
        </p:nvSpPr>
        <p:spPr>
          <a:xfrm>
            <a:off x="640080" y="2148840"/>
            <a:ext cx="603504" cy="603504"/>
          </a:xfrm>
          <a:prstGeom prst="ellipse">
            <a:avLst/>
          </a:prstGeom>
          <a:solidFill>
            <a:srgbClr val="E8F1EE"/>
          </a:solidFill>
          <a:ln/>
        </p:spPr>
      </p:sp>
      <p:pic>
        <p:nvPicPr>
          <p:cNvPr id="25" name="Image 0" descr="preencoded.png">    </p:cNvPr>
          <p:cNvPicPr>
            <a:picLocks noChangeAspect="1"/>
          </p:cNvPicPr>
          <p:nvPr/>
        </p:nvPicPr>
        <p:blipFill>
          <a:blip r:embed="rId1"/>
          <a:stretch>
            <a:fillRect/>
          </a:stretch>
        </p:blipFill>
        <p:spPr>
          <a:xfrm>
            <a:off x="786384" y="2295144"/>
            <a:ext cx="310896" cy="310896"/>
          </a:xfrm>
          <a:prstGeom prst="rect">
            <a:avLst/>
          </a:prstGeom>
        </p:spPr>
      </p:pic>
      <p:sp>
        <p:nvSpPr>
          <p:cNvPr id="26" name="Text 23"/>
          <p:cNvSpPr/>
          <p:nvPr/>
        </p:nvSpPr>
        <p:spPr>
          <a:xfrm>
            <a:off x="1417320" y="2130552"/>
            <a:ext cx="5120640" cy="329184"/>
          </a:xfrm>
          <a:prstGeom prst="rect">
            <a:avLst/>
          </a:prstGeom>
          <a:noFill/>
          <a:ln/>
        </p:spPr>
        <p:txBody>
          <a:bodyPr wrap="square" lIns="0" tIns="0" rIns="0" bIns="0" rtlCol="0" anchor="ctr"/>
          <a:lstStyle/>
          <a:p>
            <a:pPr indent="0" marL="0">
              <a:buNone/>
            </a:pPr>
            <a:r>
              <a:rPr lang="en-US" sz="1600" b="1" dirty="0">
                <a:solidFill>
                  <a:srgbClr val="1F2D2B"/>
                </a:solidFill>
                <a:latin typeface="Arial" pitchFamily="34" charset="0"/>
                <a:ea typeface="Arial" pitchFamily="34" charset="-122"/>
                <a:cs typeface="Arial" pitchFamily="34" charset="-120"/>
              </a:rPr>
              <a:t>イベントを作成</a:t>
            </a:r>
            <a:endParaRPr lang="en-US" sz="1600" dirty="0"/>
          </a:p>
        </p:txBody>
      </p:sp>
      <p:sp>
        <p:nvSpPr>
          <p:cNvPr id="27" name="Text 24"/>
          <p:cNvSpPr/>
          <p:nvPr/>
        </p:nvSpPr>
        <p:spPr>
          <a:xfrm>
            <a:off x="1417320" y="2478024"/>
            <a:ext cx="5212080" cy="640080"/>
          </a:xfrm>
          <a:prstGeom prst="rect">
            <a:avLst/>
          </a:prstGeom>
          <a:noFill/>
          <a:ln/>
        </p:spPr>
        <p:txBody>
          <a:bodyPr wrap="square" lIns="0" tIns="0" rIns="0" bIns="0" rtlCol="0" anchor="ctr"/>
          <a:lstStyle/>
          <a:p>
            <a:pPr indent="0" marL="0">
              <a:lnSpc>
                <a:spcPct val="110000"/>
              </a:lnSpc>
              <a:buNone/>
            </a:pPr>
            <a:r>
              <a:rPr lang="en-US" sz="1250" dirty="0">
                <a:solidFill>
                  <a:srgbClr val="6E827E"/>
                </a:solidFill>
                <a:latin typeface="Arial" pitchFamily="34" charset="0"/>
                <a:ea typeface="Arial" pitchFamily="34" charset="-122"/>
                <a:cs typeface="Arial" pitchFamily="34" charset="-120"/>
              </a:rPr>
              <a:t>ライブごとに名称・日付・会場・説明を登録。情報はあとから編集できます。</a:t>
            </a:r>
            <a:endParaRPr lang="en-US" sz="1250" dirty="0"/>
          </a:p>
        </p:txBody>
      </p:sp>
      <p:sp>
        <p:nvSpPr>
          <p:cNvPr id="28" name="Shape 25"/>
          <p:cNvSpPr/>
          <p:nvPr/>
        </p:nvSpPr>
        <p:spPr>
          <a:xfrm>
            <a:off x="640080" y="3383280"/>
            <a:ext cx="603504" cy="603504"/>
          </a:xfrm>
          <a:prstGeom prst="ellipse">
            <a:avLst/>
          </a:prstGeom>
          <a:solidFill>
            <a:srgbClr val="E8F1EE"/>
          </a:solidFill>
          <a:ln/>
        </p:spPr>
      </p:sp>
      <p:pic>
        <p:nvPicPr>
          <p:cNvPr id="29" name="Image 1" descr="preencoded.png">    </p:cNvPr>
          <p:cNvPicPr>
            <a:picLocks noChangeAspect="1"/>
          </p:cNvPicPr>
          <p:nvPr/>
        </p:nvPicPr>
        <p:blipFill>
          <a:blip r:embed="rId2"/>
          <a:stretch>
            <a:fillRect/>
          </a:stretch>
        </p:blipFill>
        <p:spPr>
          <a:xfrm>
            <a:off x="786384" y="3529584"/>
            <a:ext cx="310896" cy="310896"/>
          </a:xfrm>
          <a:prstGeom prst="rect">
            <a:avLst/>
          </a:prstGeom>
        </p:spPr>
      </p:pic>
      <p:sp>
        <p:nvSpPr>
          <p:cNvPr id="30" name="Text 26"/>
          <p:cNvSpPr/>
          <p:nvPr/>
        </p:nvSpPr>
        <p:spPr>
          <a:xfrm>
            <a:off x="1417320" y="3364992"/>
            <a:ext cx="5120640" cy="329184"/>
          </a:xfrm>
          <a:prstGeom prst="rect">
            <a:avLst/>
          </a:prstGeom>
          <a:noFill/>
          <a:ln/>
        </p:spPr>
        <p:txBody>
          <a:bodyPr wrap="square" lIns="0" tIns="0" rIns="0" bIns="0" rtlCol="0" anchor="ctr"/>
          <a:lstStyle/>
          <a:p>
            <a:pPr indent="0" marL="0">
              <a:buNone/>
            </a:pPr>
            <a:r>
              <a:rPr lang="en-US" sz="1600" b="1" dirty="0">
                <a:solidFill>
                  <a:srgbClr val="1F2D2B"/>
                </a:solidFill>
                <a:latin typeface="Arial" pitchFamily="34" charset="0"/>
                <a:ea typeface="Arial" pitchFamily="34" charset="-122"/>
                <a:cs typeface="Arial" pitchFamily="34" charset="-120"/>
              </a:rPr>
              <a:t>専用QRを自動発行</a:t>
            </a:r>
            <a:endParaRPr lang="en-US" sz="1600" dirty="0"/>
          </a:p>
        </p:txBody>
      </p:sp>
      <p:sp>
        <p:nvSpPr>
          <p:cNvPr id="31" name="Text 27"/>
          <p:cNvSpPr/>
          <p:nvPr/>
        </p:nvSpPr>
        <p:spPr>
          <a:xfrm>
            <a:off x="1417320" y="3712464"/>
            <a:ext cx="5212080" cy="640080"/>
          </a:xfrm>
          <a:prstGeom prst="rect">
            <a:avLst/>
          </a:prstGeom>
          <a:noFill/>
          <a:ln/>
        </p:spPr>
        <p:txBody>
          <a:bodyPr wrap="square" lIns="0" tIns="0" rIns="0" bIns="0" rtlCol="0" anchor="ctr"/>
          <a:lstStyle/>
          <a:p>
            <a:pPr indent="0" marL="0">
              <a:lnSpc>
                <a:spcPct val="110000"/>
              </a:lnSpc>
              <a:buNone/>
            </a:pPr>
            <a:r>
              <a:rPr lang="en-US" sz="1250" dirty="0">
                <a:solidFill>
                  <a:srgbClr val="6E827E"/>
                </a:solidFill>
                <a:latin typeface="Arial" pitchFamily="34" charset="0"/>
                <a:ea typeface="Arial" pitchFamily="34" charset="-122"/>
                <a:cs typeface="Arial" pitchFamily="34" charset="-120"/>
              </a:rPr>
              <a:t>イベントごとにQRを生成。ダウンロードして会場に掲示するだけ。</a:t>
            </a:r>
            <a:endParaRPr lang="en-US" sz="1250" dirty="0"/>
          </a:p>
        </p:txBody>
      </p:sp>
      <p:sp>
        <p:nvSpPr>
          <p:cNvPr id="32" name="Shape 28"/>
          <p:cNvSpPr/>
          <p:nvPr/>
        </p:nvSpPr>
        <p:spPr>
          <a:xfrm>
            <a:off x="640080" y="4617720"/>
            <a:ext cx="603504" cy="603504"/>
          </a:xfrm>
          <a:prstGeom prst="ellipse">
            <a:avLst/>
          </a:prstGeom>
          <a:solidFill>
            <a:srgbClr val="E8F1EE"/>
          </a:solidFill>
          <a:ln/>
        </p:spPr>
      </p:sp>
      <p:pic>
        <p:nvPicPr>
          <p:cNvPr id="33" name="Image 2" descr="preencoded.png">    </p:cNvPr>
          <p:cNvPicPr>
            <a:picLocks noChangeAspect="1"/>
          </p:cNvPicPr>
          <p:nvPr/>
        </p:nvPicPr>
        <p:blipFill>
          <a:blip r:embed="rId3"/>
          <a:stretch>
            <a:fillRect/>
          </a:stretch>
        </p:blipFill>
        <p:spPr>
          <a:xfrm>
            <a:off x="786384" y="4764024"/>
            <a:ext cx="310896" cy="310896"/>
          </a:xfrm>
          <a:prstGeom prst="rect">
            <a:avLst/>
          </a:prstGeom>
        </p:spPr>
      </p:pic>
      <p:sp>
        <p:nvSpPr>
          <p:cNvPr id="34" name="Text 29"/>
          <p:cNvSpPr/>
          <p:nvPr/>
        </p:nvSpPr>
        <p:spPr>
          <a:xfrm>
            <a:off x="1417320" y="4599432"/>
            <a:ext cx="5120640" cy="329184"/>
          </a:xfrm>
          <a:prstGeom prst="rect">
            <a:avLst/>
          </a:prstGeom>
          <a:noFill/>
          <a:ln/>
        </p:spPr>
        <p:txBody>
          <a:bodyPr wrap="square" lIns="0" tIns="0" rIns="0" bIns="0" rtlCol="0" anchor="ctr"/>
          <a:lstStyle/>
          <a:p>
            <a:pPr indent="0" marL="0">
              <a:buNone/>
            </a:pPr>
            <a:r>
              <a:rPr lang="en-US" sz="1600" b="1" dirty="0">
                <a:solidFill>
                  <a:srgbClr val="1F2D2B"/>
                </a:solidFill>
                <a:latin typeface="Arial" pitchFamily="34" charset="0"/>
                <a:ea typeface="Arial" pitchFamily="34" charset="-122"/>
                <a:cs typeface="Arial" pitchFamily="34" charset="-120"/>
              </a:rPr>
              <a:t>取得数をその場で把握</a:t>
            </a:r>
            <a:endParaRPr lang="en-US" sz="1600" dirty="0"/>
          </a:p>
        </p:txBody>
      </p:sp>
      <p:sp>
        <p:nvSpPr>
          <p:cNvPr id="35" name="Text 30"/>
          <p:cNvSpPr/>
          <p:nvPr/>
        </p:nvSpPr>
        <p:spPr>
          <a:xfrm>
            <a:off x="1417320" y="4946904"/>
            <a:ext cx="5212080" cy="640080"/>
          </a:xfrm>
          <a:prstGeom prst="rect">
            <a:avLst/>
          </a:prstGeom>
          <a:noFill/>
          <a:ln/>
        </p:spPr>
        <p:txBody>
          <a:bodyPr wrap="square" lIns="0" tIns="0" rIns="0" bIns="0" rtlCol="0" anchor="ctr"/>
          <a:lstStyle/>
          <a:p>
            <a:pPr indent="0" marL="0">
              <a:lnSpc>
                <a:spcPct val="110000"/>
              </a:lnSpc>
              <a:buNone/>
            </a:pPr>
            <a:r>
              <a:rPr lang="en-US" sz="1250" dirty="0">
                <a:solidFill>
                  <a:srgbClr val="6E827E"/>
                </a:solidFill>
                <a:latin typeface="Arial" pitchFamily="34" charset="0"/>
                <a:ea typeface="Arial" pitchFamily="34" charset="-122"/>
                <a:cs typeface="Arial" pitchFamily="34" charset="-120"/>
              </a:rPr>
              <a:t>イベントごとのスタンプ取得数を確認。リピート来場のデータが残ります。</a:t>
            </a:r>
            <a:endParaRPr lang="en-US" sz="1250" dirty="0"/>
          </a:p>
        </p:txBody>
      </p:sp>
      <p:sp>
        <p:nvSpPr>
          <p:cNvPr id="36" name="Shape 31"/>
          <p:cNvSpPr/>
          <p:nvPr/>
        </p:nvSpPr>
        <p:spPr>
          <a:xfrm>
            <a:off x="640080" y="5806440"/>
            <a:ext cx="5989320" cy="566928"/>
          </a:xfrm>
          <a:prstGeom prst="roundRect">
            <a:avLst>
              <a:gd name="adj" fmla="val 16129"/>
            </a:avLst>
          </a:prstGeom>
          <a:solidFill>
            <a:srgbClr val="E8F1EE"/>
          </a:solidFill>
          <a:ln/>
        </p:spPr>
      </p:sp>
      <p:pic>
        <p:nvPicPr>
          <p:cNvPr id="37" name="Image 3" descr="preencoded.png">    </p:cNvPr>
          <p:cNvPicPr>
            <a:picLocks noChangeAspect="1"/>
          </p:cNvPicPr>
          <p:nvPr/>
        </p:nvPicPr>
        <p:blipFill>
          <a:blip r:embed="rId4"/>
          <a:stretch>
            <a:fillRect/>
          </a:stretch>
        </p:blipFill>
        <p:spPr>
          <a:xfrm>
            <a:off x="868680" y="5952744"/>
            <a:ext cx="274320" cy="274320"/>
          </a:xfrm>
          <a:prstGeom prst="rect">
            <a:avLst/>
          </a:prstGeom>
        </p:spPr>
      </p:pic>
      <p:sp>
        <p:nvSpPr>
          <p:cNvPr id="38" name="Text 32"/>
          <p:cNvSpPr/>
          <p:nvPr/>
        </p:nvSpPr>
        <p:spPr>
          <a:xfrm>
            <a:off x="1280160" y="5806440"/>
            <a:ext cx="5303520" cy="566928"/>
          </a:xfrm>
          <a:prstGeom prst="rect">
            <a:avLst/>
          </a:prstGeom>
          <a:noFill/>
          <a:ln/>
        </p:spPr>
        <p:txBody>
          <a:bodyPr wrap="square" lIns="0" tIns="0" rIns="0" bIns="0" rtlCol="0" anchor="ctr"/>
          <a:lstStyle/>
          <a:p>
            <a:pPr indent="0" marL="0">
              <a:buNone/>
            </a:pPr>
            <a:r>
              <a:rPr lang="en-US" sz="1200" b="1" dirty="0">
                <a:solidFill>
                  <a:srgbClr val="2C6A62"/>
                </a:solidFill>
                <a:latin typeface="Arial" pitchFamily="34" charset="0"/>
                <a:ea typeface="Arial" pitchFamily="34" charset="-122"/>
                <a:cs typeface="Arial" pitchFamily="34" charset="-120"/>
              </a:rPr>
              <a:t>来場者はこのQRを読むだけ ─ アプリDL・ログイン不要</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548640" y="566928"/>
            <a:ext cx="786384" cy="786384"/>
          </a:xfrm>
          <a:prstGeom prst="ellipse">
            <a:avLst/>
          </a:prstGeom>
          <a:solidFill>
            <a:srgbClr val="3D8580"/>
          </a:solidFill>
          <a:ln/>
          <a:effectLst>
            <a:outerShdw sx="100000" sy="100000" kx="0" ky="0" algn="bl" rotWithShape="0" blurRad="114300" dist="38100" dir="5400000">
              <a:srgbClr val="000000">
                <a:alpha val="10000"/>
              </a:srgbClr>
            </a:outerShdw>
          </a:effectLst>
        </p:spPr>
      </p:sp>
      <p:sp>
        <p:nvSpPr>
          <p:cNvPr id="3" name="Text 1"/>
          <p:cNvSpPr/>
          <p:nvPr/>
        </p:nvSpPr>
        <p:spPr>
          <a:xfrm>
            <a:off x="548640" y="566928"/>
            <a:ext cx="786384" cy="786384"/>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4" name="Text 2"/>
          <p:cNvSpPr/>
          <p:nvPr/>
        </p:nvSpPr>
        <p:spPr>
          <a:xfrm>
            <a:off x="1591056" y="566928"/>
            <a:ext cx="8229600" cy="310896"/>
          </a:xfrm>
          <a:prstGeom prst="rect">
            <a:avLst/>
          </a:prstGeom>
          <a:noFill/>
          <a:ln/>
        </p:spPr>
        <p:txBody>
          <a:bodyPr wrap="square" lIns="0" tIns="0" rIns="0" bIns="0" rtlCol="0" anchor="ctr"/>
          <a:lstStyle/>
          <a:p>
            <a:pPr indent="0" marL="0">
              <a:buNone/>
            </a:pPr>
            <a:r>
              <a:rPr lang="en-US" sz="1200" b="1" spc="200" kern="0" dirty="0">
                <a:solidFill>
                  <a:srgbClr val="4CA199"/>
                </a:solidFill>
                <a:latin typeface="Courier New" pitchFamily="34" charset="0"/>
                <a:ea typeface="Courier New" pitchFamily="34" charset="-122"/>
                <a:cs typeface="Courier New" pitchFamily="34" charset="-120"/>
              </a:rPr>
              <a:t>STEP 3 ── REWARDS</a:t>
            </a:r>
            <a:endParaRPr lang="en-US" sz="1200" dirty="0"/>
          </a:p>
        </p:txBody>
      </p:sp>
      <p:sp>
        <p:nvSpPr>
          <p:cNvPr id="5" name="Text 3"/>
          <p:cNvSpPr/>
          <p:nvPr/>
        </p:nvSpPr>
        <p:spPr>
          <a:xfrm>
            <a:off x="1591056" y="841248"/>
            <a:ext cx="10058400" cy="603504"/>
          </a:xfrm>
          <a:prstGeom prst="rect">
            <a:avLst/>
          </a:prstGeom>
          <a:noFill/>
          <a:ln/>
        </p:spPr>
        <p:txBody>
          <a:bodyPr wrap="square" lIns="0" tIns="0" rIns="0" bIns="0" rtlCol="0" anchor="ctr"/>
          <a:lstStyle/>
          <a:p>
            <a:pPr indent="0" marL="0">
              <a:buNone/>
            </a:pPr>
            <a:r>
              <a:rPr lang="en-US" sz="3000" b="1" dirty="0">
                <a:solidFill>
                  <a:srgbClr val="1F2D2B"/>
                </a:solidFill>
                <a:latin typeface="Arial" pitchFamily="34" charset="0"/>
                <a:ea typeface="Arial" pitchFamily="34" charset="-122"/>
                <a:cs typeface="Arial" pitchFamily="34" charset="-120"/>
              </a:rPr>
              <a:t>特典段階の設定</a:t>
            </a:r>
            <a:endParaRPr lang="en-US" sz="3000" dirty="0"/>
          </a:p>
        </p:txBody>
      </p:sp>
      <p:sp>
        <p:nvSpPr>
          <p:cNvPr id="6" name="Text 4"/>
          <p:cNvSpPr/>
          <p:nvPr/>
        </p:nvSpPr>
        <p:spPr>
          <a:xfrm>
            <a:off x="640080" y="2057400"/>
            <a:ext cx="5760720" cy="411480"/>
          </a:xfrm>
          <a:prstGeom prst="rect">
            <a:avLst/>
          </a:prstGeom>
          <a:noFill/>
          <a:ln/>
        </p:spPr>
        <p:txBody>
          <a:bodyPr wrap="square" lIns="0" tIns="0" rIns="0" bIns="0" rtlCol="0" anchor="ctr"/>
          <a:lstStyle/>
          <a:p>
            <a:pPr indent="0" marL="0">
              <a:buNone/>
            </a:pPr>
            <a:r>
              <a:rPr lang="en-US" sz="1700" b="1" dirty="0">
                <a:solidFill>
                  <a:srgbClr val="1F2D2B"/>
                </a:solidFill>
                <a:latin typeface="Arial" pitchFamily="34" charset="0"/>
                <a:ea typeface="Arial" pitchFamily="34" charset="-122"/>
                <a:cs typeface="Arial" pitchFamily="34" charset="-120"/>
              </a:rPr>
              <a:t>「◯個で特典」を複数段階で設定できます。</a:t>
            </a:r>
            <a:endParaRPr lang="en-US" sz="1700" dirty="0"/>
          </a:p>
        </p:txBody>
      </p:sp>
      <p:sp>
        <p:nvSpPr>
          <p:cNvPr id="7" name="Text 5"/>
          <p:cNvSpPr/>
          <p:nvPr/>
        </p:nvSpPr>
        <p:spPr>
          <a:xfrm>
            <a:off x="640080" y="2468880"/>
            <a:ext cx="5852160" cy="914400"/>
          </a:xfrm>
          <a:prstGeom prst="rect">
            <a:avLst/>
          </a:prstGeom>
          <a:noFill/>
          <a:ln/>
        </p:spPr>
        <p:txBody>
          <a:bodyPr wrap="square" lIns="0" tIns="0" rIns="0" bIns="0" rtlCol="0" anchor="ctr"/>
          <a:lstStyle/>
          <a:p>
            <a:pPr indent="0" marL="0">
              <a:lnSpc>
                <a:spcPct val="120000"/>
              </a:lnSpc>
              <a:buNone/>
            </a:pPr>
            <a:r>
              <a:rPr lang="en-US" sz="1300" dirty="0">
                <a:solidFill>
                  <a:srgbClr val="6E827E"/>
                </a:solidFill>
                <a:latin typeface="Arial" pitchFamily="34" charset="0"/>
                <a:ea typeface="Arial" pitchFamily="34" charset="-122"/>
                <a:cs typeface="Arial" pitchFamily="34" charset="-120"/>
              </a:rPr>
              <a:t>スタンプが規定数に達すると、来場者へ特典チケットが自動で付与されます。来場者の画面には「あと◯個で〜」と進捗が表示されます。</a:t>
            </a:r>
            <a:endParaRPr lang="en-US" sz="1300" dirty="0"/>
          </a:p>
        </p:txBody>
      </p:sp>
      <p:sp>
        <p:nvSpPr>
          <p:cNvPr id="8" name="Shape 6"/>
          <p:cNvSpPr/>
          <p:nvPr/>
        </p:nvSpPr>
        <p:spPr>
          <a:xfrm>
            <a:off x="640080" y="3520440"/>
            <a:ext cx="548640" cy="548640"/>
          </a:xfrm>
          <a:prstGeom prst="ellipse">
            <a:avLst/>
          </a:prstGeom>
          <a:solidFill>
            <a:srgbClr val="E8F1EE"/>
          </a:solidFill>
          <a:ln/>
        </p:spPr>
      </p:sp>
      <p:pic>
        <p:nvPicPr>
          <p:cNvPr id="9" name="Image 0" descr="preencoded.png">    </p:cNvPr>
          <p:cNvPicPr>
            <a:picLocks noChangeAspect="1"/>
          </p:cNvPicPr>
          <p:nvPr/>
        </p:nvPicPr>
        <p:blipFill>
          <a:blip r:embed="rId1"/>
          <a:stretch>
            <a:fillRect/>
          </a:stretch>
        </p:blipFill>
        <p:spPr>
          <a:xfrm>
            <a:off x="777240" y="3657600"/>
            <a:ext cx="274320" cy="274320"/>
          </a:xfrm>
          <a:prstGeom prst="rect">
            <a:avLst/>
          </a:prstGeom>
        </p:spPr>
      </p:pic>
      <p:sp>
        <p:nvSpPr>
          <p:cNvPr id="10" name="Text 7"/>
          <p:cNvSpPr/>
          <p:nvPr/>
        </p:nvSpPr>
        <p:spPr>
          <a:xfrm>
            <a:off x="1325880" y="3502152"/>
            <a:ext cx="5120640" cy="310896"/>
          </a:xfrm>
          <a:prstGeom prst="rect">
            <a:avLst/>
          </a:prstGeom>
          <a:noFill/>
          <a:ln/>
        </p:spPr>
        <p:txBody>
          <a:bodyPr wrap="square" lIns="0" tIns="0" rIns="0" bIns="0" rtlCol="0" anchor="ctr"/>
          <a:lstStyle/>
          <a:p>
            <a:pPr indent="0" marL="0">
              <a:buNone/>
            </a:pPr>
            <a:r>
              <a:rPr lang="en-US" sz="1500" b="1" dirty="0">
                <a:solidFill>
                  <a:srgbClr val="1F2D2B"/>
                </a:solidFill>
                <a:latin typeface="Arial" pitchFamily="34" charset="0"/>
                <a:ea typeface="Arial" pitchFamily="34" charset="-122"/>
                <a:cs typeface="Arial" pitchFamily="34" charset="-120"/>
              </a:rPr>
              <a:t>段階は複数設定</a:t>
            </a:r>
            <a:endParaRPr lang="en-US" sz="1500" dirty="0"/>
          </a:p>
        </p:txBody>
      </p:sp>
      <p:sp>
        <p:nvSpPr>
          <p:cNvPr id="11" name="Text 8"/>
          <p:cNvSpPr/>
          <p:nvPr/>
        </p:nvSpPr>
        <p:spPr>
          <a:xfrm>
            <a:off x="1325880" y="3813048"/>
            <a:ext cx="5212080" cy="548640"/>
          </a:xfrm>
          <a:prstGeom prst="rect">
            <a:avLst/>
          </a:prstGeom>
          <a:noFill/>
          <a:ln/>
        </p:spPr>
        <p:txBody>
          <a:bodyPr wrap="square" lIns="0" tIns="0" rIns="0" bIns="0" rtlCol="0" anchor="ctr"/>
          <a:lstStyle/>
          <a:p>
            <a:pPr indent="0" marL="0">
              <a:lnSpc>
                <a:spcPct val="110000"/>
              </a:lnSpc>
              <a:buNone/>
            </a:pPr>
            <a:r>
              <a:rPr lang="en-US" sz="1200" dirty="0">
                <a:solidFill>
                  <a:srgbClr val="6E827E"/>
                </a:solidFill>
                <a:latin typeface="Arial" pitchFamily="34" charset="0"/>
                <a:ea typeface="Arial" pitchFamily="34" charset="-122"/>
                <a:cs typeface="Arial" pitchFamily="34" charset="-120"/>
              </a:rPr>
              <a:t>「1個ですてっかー」「3個で限定グッズ」のように複数の段階を作れます。</a:t>
            </a:r>
            <a:endParaRPr lang="en-US" sz="1200" dirty="0"/>
          </a:p>
        </p:txBody>
      </p:sp>
      <p:sp>
        <p:nvSpPr>
          <p:cNvPr id="12" name="Shape 9"/>
          <p:cNvSpPr/>
          <p:nvPr/>
        </p:nvSpPr>
        <p:spPr>
          <a:xfrm>
            <a:off x="640080" y="4434840"/>
            <a:ext cx="548640" cy="548640"/>
          </a:xfrm>
          <a:prstGeom prst="ellipse">
            <a:avLst/>
          </a:prstGeom>
          <a:solidFill>
            <a:srgbClr val="E8F1EE"/>
          </a:solidFill>
          <a:ln/>
        </p:spPr>
      </p:sp>
      <p:pic>
        <p:nvPicPr>
          <p:cNvPr id="13" name="Image 1" descr="preencoded.png">    </p:cNvPr>
          <p:cNvPicPr>
            <a:picLocks noChangeAspect="1"/>
          </p:cNvPicPr>
          <p:nvPr/>
        </p:nvPicPr>
        <p:blipFill>
          <a:blip r:embed="rId2"/>
          <a:stretch>
            <a:fillRect/>
          </a:stretch>
        </p:blipFill>
        <p:spPr>
          <a:xfrm>
            <a:off x="777240" y="4572000"/>
            <a:ext cx="274320" cy="274320"/>
          </a:xfrm>
          <a:prstGeom prst="rect">
            <a:avLst/>
          </a:prstGeom>
        </p:spPr>
      </p:pic>
      <p:sp>
        <p:nvSpPr>
          <p:cNvPr id="14" name="Text 10"/>
          <p:cNvSpPr/>
          <p:nvPr/>
        </p:nvSpPr>
        <p:spPr>
          <a:xfrm>
            <a:off x="1325880" y="4416552"/>
            <a:ext cx="5120640" cy="310896"/>
          </a:xfrm>
          <a:prstGeom prst="rect">
            <a:avLst/>
          </a:prstGeom>
          <a:noFill/>
          <a:ln/>
        </p:spPr>
        <p:txBody>
          <a:bodyPr wrap="square" lIns="0" tIns="0" rIns="0" bIns="0" rtlCol="0" anchor="ctr"/>
          <a:lstStyle/>
          <a:p>
            <a:pPr indent="0" marL="0">
              <a:buNone/>
            </a:pPr>
            <a:r>
              <a:rPr lang="en-US" sz="1500" b="1" dirty="0">
                <a:solidFill>
                  <a:srgbClr val="1F2D2B"/>
                </a:solidFill>
                <a:latin typeface="Arial" pitchFamily="34" charset="0"/>
                <a:ea typeface="Arial" pitchFamily="34" charset="-122"/>
                <a:cs typeface="Arial" pitchFamily="34" charset="-120"/>
              </a:rPr>
              <a:t>達成で自動付与</a:t>
            </a:r>
            <a:endParaRPr lang="en-US" sz="1500" dirty="0"/>
          </a:p>
        </p:txBody>
      </p:sp>
      <p:sp>
        <p:nvSpPr>
          <p:cNvPr id="15" name="Text 11"/>
          <p:cNvSpPr/>
          <p:nvPr/>
        </p:nvSpPr>
        <p:spPr>
          <a:xfrm>
            <a:off x="1325880" y="4727448"/>
            <a:ext cx="5212080" cy="548640"/>
          </a:xfrm>
          <a:prstGeom prst="rect">
            <a:avLst/>
          </a:prstGeom>
          <a:noFill/>
          <a:ln/>
        </p:spPr>
        <p:txBody>
          <a:bodyPr wrap="square" lIns="0" tIns="0" rIns="0" bIns="0" rtlCol="0" anchor="ctr"/>
          <a:lstStyle/>
          <a:p>
            <a:pPr indent="0" marL="0">
              <a:lnSpc>
                <a:spcPct val="110000"/>
              </a:lnSpc>
              <a:buNone/>
            </a:pPr>
            <a:r>
              <a:rPr lang="en-US" sz="1200" dirty="0">
                <a:solidFill>
                  <a:srgbClr val="6E827E"/>
                </a:solidFill>
                <a:latin typeface="Arial" pitchFamily="34" charset="0"/>
                <a:ea typeface="Arial" pitchFamily="34" charset="-122"/>
                <a:cs typeface="Arial" pitchFamily="34" charset="-120"/>
              </a:rPr>
              <a:t>条件を満たした来場者に、特典チケットが自動で配られます。</a:t>
            </a:r>
            <a:endParaRPr lang="en-US" sz="1200" dirty="0"/>
          </a:p>
        </p:txBody>
      </p:sp>
      <p:sp>
        <p:nvSpPr>
          <p:cNvPr id="16" name="Shape 12"/>
          <p:cNvSpPr/>
          <p:nvPr/>
        </p:nvSpPr>
        <p:spPr>
          <a:xfrm>
            <a:off x="640080" y="5349240"/>
            <a:ext cx="548640" cy="548640"/>
          </a:xfrm>
          <a:prstGeom prst="ellipse">
            <a:avLst/>
          </a:prstGeom>
          <a:solidFill>
            <a:srgbClr val="E8F1EE"/>
          </a:solidFill>
          <a:ln/>
        </p:spPr>
      </p:sp>
      <p:pic>
        <p:nvPicPr>
          <p:cNvPr id="17" name="Image 2" descr="preencoded.png">    </p:cNvPr>
          <p:cNvPicPr>
            <a:picLocks noChangeAspect="1"/>
          </p:cNvPicPr>
          <p:nvPr/>
        </p:nvPicPr>
        <p:blipFill>
          <a:blip r:embed="rId3"/>
          <a:stretch>
            <a:fillRect/>
          </a:stretch>
        </p:blipFill>
        <p:spPr>
          <a:xfrm>
            <a:off x="777240" y="5486400"/>
            <a:ext cx="274320" cy="274320"/>
          </a:xfrm>
          <a:prstGeom prst="rect">
            <a:avLst/>
          </a:prstGeom>
        </p:spPr>
      </p:pic>
      <p:sp>
        <p:nvSpPr>
          <p:cNvPr id="18" name="Text 13"/>
          <p:cNvSpPr/>
          <p:nvPr/>
        </p:nvSpPr>
        <p:spPr>
          <a:xfrm>
            <a:off x="1325880" y="5330952"/>
            <a:ext cx="5120640" cy="310896"/>
          </a:xfrm>
          <a:prstGeom prst="rect">
            <a:avLst/>
          </a:prstGeom>
          <a:noFill/>
          <a:ln/>
        </p:spPr>
        <p:txBody>
          <a:bodyPr wrap="square" lIns="0" tIns="0" rIns="0" bIns="0" rtlCol="0" anchor="ctr"/>
          <a:lstStyle/>
          <a:p>
            <a:pPr indent="0" marL="0">
              <a:buNone/>
            </a:pPr>
            <a:r>
              <a:rPr lang="en-US" sz="1500" b="1" dirty="0">
                <a:solidFill>
                  <a:srgbClr val="1F2D2B"/>
                </a:solidFill>
                <a:latin typeface="Arial" pitchFamily="34" charset="0"/>
                <a:ea typeface="Arial" pitchFamily="34" charset="-122"/>
                <a:cs typeface="Arial" pitchFamily="34" charset="-120"/>
              </a:rPr>
              <a:t>取得者を把握</a:t>
            </a:r>
            <a:endParaRPr lang="en-US" sz="1500" dirty="0"/>
          </a:p>
        </p:txBody>
      </p:sp>
      <p:sp>
        <p:nvSpPr>
          <p:cNvPr id="19" name="Text 14"/>
          <p:cNvSpPr/>
          <p:nvPr/>
        </p:nvSpPr>
        <p:spPr>
          <a:xfrm>
            <a:off x="1325880" y="5641848"/>
            <a:ext cx="5212080" cy="548640"/>
          </a:xfrm>
          <a:prstGeom prst="rect">
            <a:avLst/>
          </a:prstGeom>
          <a:noFill/>
          <a:ln/>
        </p:spPr>
        <p:txBody>
          <a:bodyPr wrap="square" lIns="0" tIns="0" rIns="0" bIns="0" rtlCol="0" anchor="ctr"/>
          <a:lstStyle/>
          <a:p>
            <a:pPr indent="0" marL="0">
              <a:lnSpc>
                <a:spcPct val="110000"/>
              </a:lnSpc>
              <a:buNone/>
            </a:pPr>
            <a:r>
              <a:rPr lang="en-US" sz="1200" dirty="0">
                <a:solidFill>
                  <a:srgbClr val="6E827E"/>
                </a:solidFill>
                <a:latin typeface="Arial" pitchFamily="34" charset="0"/>
                <a:ea typeface="Arial" pitchFamily="34" charset="-122"/>
                <a:cs typeface="Arial" pitchFamily="34" charset="-120"/>
              </a:rPr>
              <a:t>誰がどの段階を獲得したか（名前・段階・日時）を一覧で確認できます。</a:t>
            </a:r>
            <a:endParaRPr lang="en-US" sz="1200" dirty="0"/>
          </a:p>
        </p:txBody>
      </p:sp>
      <p:sp>
        <p:nvSpPr>
          <p:cNvPr id="20" name="Shape 15"/>
          <p:cNvSpPr/>
          <p:nvPr/>
        </p:nvSpPr>
        <p:spPr>
          <a:xfrm>
            <a:off x="7040880" y="2011680"/>
            <a:ext cx="4572000" cy="4160520"/>
          </a:xfrm>
          <a:prstGeom prst="roundRect">
            <a:avLst>
              <a:gd name="adj" fmla="val 2198"/>
            </a:avLst>
          </a:prstGeom>
          <a:solidFill>
            <a:srgbClr val="FFFFFF"/>
          </a:solidFill>
          <a:ln/>
          <a:effectLst>
            <a:outerShdw sx="100000" sy="100000" kx="0" ky="0" algn="bl" rotWithShape="0" blurRad="114300" dist="38100" dir="5400000">
              <a:srgbClr val="000000">
                <a:alpha val="10000"/>
              </a:srgbClr>
            </a:outerShdw>
          </a:effectLst>
        </p:spPr>
      </p:sp>
      <p:pic>
        <p:nvPicPr>
          <p:cNvPr id="21" name="Image 3" descr="preencoded.png">    </p:cNvPr>
          <p:cNvPicPr>
            <a:picLocks noChangeAspect="1"/>
          </p:cNvPicPr>
          <p:nvPr/>
        </p:nvPicPr>
        <p:blipFill>
          <a:blip r:embed="rId4"/>
          <a:stretch>
            <a:fillRect/>
          </a:stretch>
        </p:blipFill>
        <p:spPr>
          <a:xfrm>
            <a:off x="7315200" y="2304288"/>
            <a:ext cx="310896" cy="310896"/>
          </a:xfrm>
          <a:prstGeom prst="rect">
            <a:avLst/>
          </a:prstGeom>
        </p:spPr>
      </p:pic>
      <p:sp>
        <p:nvSpPr>
          <p:cNvPr id="22" name="Text 16"/>
          <p:cNvSpPr/>
          <p:nvPr/>
        </p:nvSpPr>
        <p:spPr>
          <a:xfrm>
            <a:off x="7717536" y="2267712"/>
            <a:ext cx="2743200" cy="365760"/>
          </a:xfrm>
          <a:prstGeom prst="rect">
            <a:avLst/>
          </a:prstGeom>
          <a:noFill/>
          <a:ln/>
        </p:spPr>
        <p:txBody>
          <a:bodyPr wrap="square" lIns="0" tIns="0" rIns="0" bIns="0" rtlCol="0" anchor="ctr"/>
          <a:lstStyle/>
          <a:p>
            <a:pPr indent="0" marL="0">
              <a:buNone/>
            </a:pPr>
            <a:r>
              <a:rPr lang="en-US" sz="1600" b="1" dirty="0">
                <a:solidFill>
                  <a:srgbClr val="1F2D2B"/>
                </a:solidFill>
                <a:latin typeface="Arial" pitchFamily="34" charset="0"/>
                <a:ea typeface="Arial" pitchFamily="34" charset="-122"/>
                <a:cs typeface="Arial" pitchFamily="34" charset="-120"/>
              </a:rPr>
              <a:t>特典段階</a:t>
            </a:r>
            <a:endParaRPr lang="en-US" sz="1600" dirty="0"/>
          </a:p>
        </p:txBody>
      </p:sp>
      <p:sp>
        <p:nvSpPr>
          <p:cNvPr id="23" name="Shape 17"/>
          <p:cNvSpPr/>
          <p:nvPr/>
        </p:nvSpPr>
        <p:spPr>
          <a:xfrm>
            <a:off x="7315200" y="2788920"/>
            <a:ext cx="4023360" cy="603504"/>
          </a:xfrm>
          <a:prstGeom prst="roundRect">
            <a:avLst>
              <a:gd name="adj" fmla="val 10606"/>
            </a:avLst>
          </a:prstGeom>
          <a:solidFill>
            <a:srgbClr val="F3F8F7"/>
          </a:solidFill>
          <a:ln w="12700">
            <a:solidFill>
              <a:srgbClr val="DCE7E3"/>
            </a:solidFill>
            <a:prstDash val="solid"/>
          </a:ln>
        </p:spPr>
      </p:sp>
      <p:sp>
        <p:nvSpPr>
          <p:cNvPr id="24" name="Text 18"/>
          <p:cNvSpPr/>
          <p:nvPr/>
        </p:nvSpPr>
        <p:spPr>
          <a:xfrm>
            <a:off x="7498080" y="2788920"/>
            <a:ext cx="822960" cy="603504"/>
          </a:xfrm>
          <a:prstGeom prst="rect">
            <a:avLst/>
          </a:prstGeom>
          <a:noFill/>
          <a:ln/>
        </p:spPr>
        <p:txBody>
          <a:bodyPr wrap="square" lIns="0" tIns="0" rIns="0" bIns="0" rtlCol="0" anchor="ctr"/>
          <a:lstStyle/>
          <a:p>
            <a:pPr indent="0" marL="0">
              <a:buNone/>
            </a:pPr>
            <a:r>
              <a:rPr lang="en-US" sz="1300" b="1" dirty="0">
                <a:solidFill>
                  <a:srgbClr val="4CA199"/>
                </a:solidFill>
                <a:latin typeface="Arial" pitchFamily="34" charset="0"/>
                <a:ea typeface="Arial" pitchFamily="34" charset="-122"/>
                <a:cs typeface="Arial" pitchFamily="34" charset="-120"/>
              </a:rPr>
              <a:t>1個</a:t>
            </a:r>
            <a:endParaRPr lang="en-US" sz="1300" dirty="0"/>
          </a:p>
        </p:txBody>
      </p:sp>
      <p:sp>
        <p:nvSpPr>
          <p:cNvPr id="25" name="Text 19"/>
          <p:cNvSpPr/>
          <p:nvPr/>
        </p:nvSpPr>
        <p:spPr>
          <a:xfrm>
            <a:off x="8275320" y="2788920"/>
            <a:ext cx="2468880" cy="603504"/>
          </a:xfrm>
          <a:prstGeom prst="rect">
            <a:avLst/>
          </a:prstGeom>
          <a:noFill/>
          <a:ln/>
        </p:spPr>
        <p:txBody>
          <a:bodyPr wrap="square" lIns="0" tIns="0" rIns="0" bIns="0" rtlCol="0" anchor="ctr"/>
          <a:lstStyle/>
          <a:p>
            <a:pPr indent="0" marL="0">
              <a:buNone/>
            </a:pPr>
            <a:r>
              <a:rPr lang="en-US" sz="1300" dirty="0">
                <a:solidFill>
                  <a:srgbClr val="1F2D2B"/>
                </a:solidFill>
                <a:latin typeface="Arial" pitchFamily="34" charset="0"/>
                <a:ea typeface="Arial" pitchFamily="34" charset="-122"/>
                <a:cs typeface="Arial" pitchFamily="34" charset="-120"/>
              </a:rPr>
              <a:t>すてっかー</a:t>
            </a:r>
            <a:endParaRPr lang="en-US" sz="1300" dirty="0"/>
          </a:p>
        </p:txBody>
      </p:sp>
      <p:sp>
        <p:nvSpPr>
          <p:cNvPr id="26" name="Shape 20"/>
          <p:cNvSpPr/>
          <p:nvPr/>
        </p:nvSpPr>
        <p:spPr>
          <a:xfrm>
            <a:off x="7315200" y="3493008"/>
            <a:ext cx="4023360" cy="603504"/>
          </a:xfrm>
          <a:prstGeom prst="roundRect">
            <a:avLst>
              <a:gd name="adj" fmla="val 10606"/>
            </a:avLst>
          </a:prstGeom>
          <a:solidFill>
            <a:srgbClr val="F3F8F7"/>
          </a:solidFill>
          <a:ln w="12700">
            <a:solidFill>
              <a:srgbClr val="DCE7E3"/>
            </a:solidFill>
            <a:prstDash val="solid"/>
          </a:ln>
        </p:spPr>
      </p:sp>
      <p:sp>
        <p:nvSpPr>
          <p:cNvPr id="27" name="Text 21"/>
          <p:cNvSpPr/>
          <p:nvPr/>
        </p:nvSpPr>
        <p:spPr>
          <a:xfrm>
            <a:off x="7498080" y="3493008"/>
            <a:ext cx="822960" cy="603504"/>
          </a:xfrm>
          <a:prstGeom prst="rect">
            <a:avLst/>
          </a:prstGeom>
          <a:noFill/>
          <a:ln/>
        </p:spPr>
        <p:txBody>
          <a:bodyPr wrap="square" lIns="0" tIns="0" rIns="0" bIns="0" rtlCol="0" anchor="ctr"/>
          <a:lstStyle/>
          <a:p>
            <a:pPr indent="0" marL="0">
              <a:buNone/>
            </a:pPr>
            <a:r>
              <a:rPr lang="en-US" sz="1300" b="1" dirty="0">
                <a:solidFill>
                  <a:srgbClr val="4CA199"/>
                </a:solidFill>
                <a:latin typeface="Arial" pitchFamily="34" charset="0"/>
                <a:ea typeface="Arial" pitchFamily="34" charset="-122"/>
                <a:cs typeface="Arial" pitchFamily="34" charset="-120"/>
              </a:rPr>
              <a:t>3個</a:t>
            </a:r>
            <a:endParaRPr lang="en-US" sz="1300" dirty="0"/>
          </a:p>
        </p:txBody>
      </p:sp>
      <p:sp>
        <p:nvSpPr>
          <p:cNvPr id="28" name="Text 22"/>
          <p:cNvSpPr/>
          <p:nvPr/>
        </p:nvSpPr>
        <p:spPr>
          <a:xfrm>
            <a:off x="8275320" y="3493008"/>
            <a:ext cx="2468880" cy="603504"/>
          </a:xfrm>
          <a:prstGeom prst="rect">
            <a:avLst/>
          </a:prstGeom>
          <a:noFill/>
          <a:ln/>
        </p:spPr>
        <p:txBody>
          <a:bodyPr wrap="square" lIns="0" tIns="0" rIns="0" bIns="0" rtlCol="0" anchor="ctr"/>
          <a:lstStyle/>
          <a:p>
            <a:pPr indent="0" marL="0">
              <a:buNone/>
            </a:pPr>
            <a:r>
              <a:rPr lang="en-US" sz="1300" dirty="0">
                <a:solidFill>
                  <a:srgbClr val="1F2D2B"/>
                </a:solidFill>
                <a:latin typeface="Arial" pitchFamily="34" charset="0"/>
                <a:ea typeface="Arial" pitchFamily="34" charset="-122"/>
                <a:cs typeface="Arial" pitchFamily="34" charset="-120"/>
              </a:rPr>
              <a:t>限定グッズ</a:t>
            </a:r>
            <a:endParaRPr lang="en-US" sz="1300" dirty="0"/>
          </a:p>
        </p:txBody>
      </p:sp>
      <p:sp>
        <p:nvSpPr>
          <p:cNvPr id="29" name="Shape 23"/>
          <p:cNvSpPr/>
          <p:nvPr/>
        </p:nvSpPr>
        <p:spPr>
          <a:xfrm>
            <a:off x="7315200" y="4251960"/>
            <a:ext cx="4023360" cy="960120"/>
          </a:xfrm>
          <a:prstGeom prst="roundRect">
            <a:avLst>
              <a:gd name="adj" fmla="val 7619"/>
            </a:avLst>
          </a:prstGeom>
          <a:solidFill>
            <a:srgbClr val="F3F8F7"/>
          </a:solidFill>
          <a:ln w="12700">
            <a:solidFill>
              <a:srgbClr val="DCE7E3"/>
            </a:solidFill>
            <a:prstDash val="solid"/>
          </a:ln>
        </p:spPr>
      </p:sp>
      <p:sp>
        <p:nvSpPr>
          <p:cNvPr id="30" name="Text 24"/>
          <p:cNvSpPr/>
          <p:nvPr/>
        </p:nvSpPr>
        <p:spPr>
          <a:xfrm>
            <a:off x="7498080" y="4343400"/>
            <a:ext cx="3657600" cy="274320"/>
          </a:xfrm>
          <a:prstGeom prst="rect">
            <a:avLst/>
          </a:prstGeom>
          <a:noFill/>
          <a:ln/>
        </p:spPr>
        <p:txBody>
          <a:bodyPr wrap="square" lIns="0" tIns="0" rIns="0" bIns="0" rtlCol="0" anchor="ctr"/>
          <a:lstStyle/>
          <a:p>
            <a:pPr indent="0" marL="0">
              <a:buNone/>
            </a:pPr>
            <a:r>
              <a:rPr lang="en-US" sz="1050" dirty="0">
                <a:solidFill>
                  <a:srgbClr val="6E827E"/>
                </a:solidFill>
                <a:latin typeface="Arial" pitchFamily="34" charset="0"/>
                <a:ea typeface="Arial" pitchFamily="34" charset="-122"/>
                <a:cs typeface="Arial" pitchFamily="34" charset="-120"/>
              </a:rPr>
              <a:t>スタンプ数の閾値と特典名を設定（複数段階可）。</a:t>
            </a:r>
            <a:endParaRPr lang="en-US" sz="1050" dirty="0"/>
          </a:p>
        </p:txBody>
      </p:sp>
      <p:sp>
        <p:nvSpPr>
          <p:cNvPr id="31" name="Shape 25"/>
          <p:cNvSpPr/>
          <p:nvPr/>
        </p:nvSpPr>
        <p:spPr>
          <a:xfrm>
            <a:off x="7498080" y="4663440"/>
            <a:ext cx="822960" cy="411480"/>
          </a:xfrm>
          <a:prstGeom prst="roundRect">
            <a:avLst>
              <a:gd name="adj" fmla="val 13333"/>
            </a:avLst>
          </a:prstGeom>
          <a:solidFill>
            <a:srgbClr val="FFFFFF"/>
          </a:solidFill>
          <a:ln w="12700">
            <a:solidFill>
              <a:srgbClr val="DCE7E3"/>
            </a:solidFill>
            <a:prstDash val="solid"/>
          </a:ln>
        </p:spPr>
      </p:sp>
      <p:sp>
        <p:nvSpPr>
          <p:cNvPr id="32" name="Text 26"/>
          <p:cNvSpPr/>
          <p:nvPr/>
        </p:nvSpPr>
        <p:spPr>
          <a:xfrm>
            <a:off x="7498080" y="4663440"/>
            <a:ext cx="822960" cy="411480"/>
          </a:xfrm>
          <a:prstGeom prst="rect">
            <a:avLst/>
          </a:prstGeom>
          <a:noFill/>
          <a:ln/>
        </p:spPr>
        <p:txBody>
          <a:bodyPr wrap="square" rtlCol="0" anchor="ctr"/>
          <a:lstStyle/>
          <a:p>
            <a:pPr algn="ctr" indent="0" marL="0">
              <a:buNone/>
            </a:pPr>
            <a:r>
              <a:rPr lang="en-US" sz="1000" dirty="0">
                <a:solidFill>
                  <a:srgbClr val="AFC0BC"/>
                </a:solidFill>
                <a:latin typeface="Arial" pitchFamily="34" charset="0"/>
                <a:ea typeface="Arial" pitchFamily="34" charset="-122"/>
                <a:cs typeface="Arial" pitchFamily="34" charset="-120"/>
              </a:rPr>
              <a:t>個数</a:t>
            </a:r>
            <a:endParaRPr lang="en-US" sz="1000" dirty="0"/>
          </a:p>
        </p:txBody>
      </p:sp>
      <p:sp>
        <p:nvSpPr>
          <p:cNvPr id="33" name="Shape 27"/>
          <p:cNvSpPr/>
          <p:nvPr/>
        </p:nvSpPr>
        <p:spPr>
          <a:xfrm>
            <a:off x="8412480" y="4663440"/>
            <a:ext cx="1691640" cy="411480"/>
          </a:xfrm>
          <a:prstGeom prst="roundRect">
            <a:avLst>
              <a:gd name="adj" fmla="val 13333"/>
            </a:avLst>
          </a:prstGeom>
          <a:solidFill>
            <a:srgbClr val="FFFFFF"/>
          </a:solidFill>
          <a:ln w="12700">
            <a:solidFill>
              <a:srgbClr val="DCE7E3"/>
            </a:solidFill>
            <a:prstDash val="solid"/>
          </a:ln>
        </p:spPr>
      </p:sp>
      <p:sp>
        <p:nvSpPr>
          <p:cNvPr id="34" name="Text 28"/>
          <p:cNvSpPr/>
          <p:nvPr/>
        </p:nvSpPr>
        <p:spPr>
          <a:xfrm>
            <a:off x="8549640" y="4663440"/>
            <a:ext cx="1554480" cy="411480"/>
          </a:xfrm>
          <a:prstGeom prst="rect">
            <a:avLst/>
          </a:prstGeom>
          <a:noFill/>
          <a:ln/>
        </p:spPr>
        <p:txBody>
          <a:bodyPr wrap="square" rtlCol="0" anchor="ctr"/>
          <a:lstStyle/>
          <a:p>
            <a:pPr indent="0" marL="0">
              <a:buNone/>
            </a:pPr>
            <a:r>
              <a:rPr lang="en-US" sz="1000" dirty="0">
                <a:solidFill>
                  <a:srgbClr val="AFC0BC"/>
                </a:solidFill>
                <a:latin typeface="Arial" pitchFamily="34" charset="0"/>
                <a:ea typeface="Arial" pitchFamily="34" charset="-122"/>
                <a:cs typeface="Arial" pitchFamily="34" charset="-120"/>
              </a:rPr>
              <a:t>特典名</a:t>
            </a:r>
            <a:endParaRPr lang="en-US" sz="1000" dirty="0"/>
          </a:p>
        </p:txBody>
      </p:sp>
      <p:sp>
        <p:nvSpPr>
          <p:cNvPr id="35" name="Shape 29"/>
          <p:cNvSpPr/>
          <p:nvPr/>
        </p:nvSpPr>
        <p:spPr>
          <a:xfrm>
            <a:off x="10195560" y="4663440"/>
            <a:ext cx="960120" cy="411480"/>
          </a:xfrm>
          <a:prstGeom prst="roundRect">
            <a:avLst>
              <a:gd name="adj" fmla="val 13333"/>
            </a:avLst>
          </a:prstGeom>
          <a:solidFill>
            <a:srgbClr val="3D8580"/>
          </a:solidFill>
          <a:ln/>
        </p:spPr>
      </p:sp>
      <p:sp>
        <p:nvSpPr>
          <p:cNvPr id="36" name="Text 30"/>
          <p:cNvSpPr/>
          <p:nvPr/>
        </p:nvSpPr>
        <p:spPr>
          <a:xfrm>
            <a:off x="10195560" y="4663440"/>
            <a:ext cx="96012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追加</a:t>
            </a:r>
            <a:endParaRPr lang="en-US" sz="1200" dirty="0"/>
          </a:p>
        </p:txBody>
      </p:sp>
      <p:sp>
        <p:nvSpPr>
          <p:cNvPr id="37" name="Text 31"/>
          <p:cNvSpPr/>
          <p:nvPr/>
        </p:nvSpPr>
        <p:spPr>
          <a:xfrm>
            <a:off x="7315200" y="5413248"/>
            <a:ext cx="4023360" cy="640080"/>
          </a:xfrm>
          <a:prstGeom prst="rect">
            <a:avLst/>
          </a:prstGeom>
          <a:noFill/>
          <a:ln/>
        </p:spPr>
        <p:txBody>
          <a:bodyPr wrap="square" lIns="0" tIns="0" rIns="0" bIns="0" rtlCol="0" anchor="ctr"/>
          <a:lstStyle/>
          <a:p>
            <a:pPr indent="0" marL="0">
              <a:lnSpc>
                <a:spcPct val="110000"/>
              </a:lnSpc>
              <a:buNone/>
            </a:pPr>
            <a:r>
              <a:rPr lang="en-US" sz="1050" i="1" dirty="0">
                <a:solidFill>
                  <a:srgbClr val="6E827E"/>
                </a:solidFill>
                <a:latin typeface="Arial" pitchFamily="34" charset="0"/>
                <a:ea typeface="Arial" pitchFamily="34" charset="-122"/>
                <a:cs typeface="Arial" pitchFamily="34" charset="-120"/>
              </a:rPr>
              <a:t>※ ラベル・個数は削除せず編集可。取得者の記録は保全されます。</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548640" y="566928"/>
            <a:ext cx="786384" cy="786384"/>
          </a:xfrm>
          <a:prstGeom prst="ellipse">
            <a:avLst/>
          </a:prstGeom>
          <a:solidFill>
            <a:srgbClr val="3D8580"/>
          </a:solidFill>
          <a:ln/>
          <a:effectLst>
            <a:outerShdw sx="100000" sy="100000" kx="0" ky="0" algn="bl" rotWithShape="0" blurRad="114300" dist="38100" dir="5400000">
              <a:srgbClr val="000000">
                <a:alpha val="10000"/>
              </a:srgbClr>
            </a:outerShdw>
          </a:effectLst>
        </p:spPr>
      </p:sp>
      <p:sp>
        <p:nvSpPr>
          <p:cNvPr id="3" name="Text 1"/>
          <p:cNvSpPr/>
          <p:nvPr/>
        </p:nvSpPr>
        <p:spPr>
          <a:xfrm>
            <a:off x="548640" y="566928"/>
            <a:ext cx="786384" cy="786384"/>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4" name="Text 2"/>
          <p:cNvSpPr/>
          <p:nvPr/>
        </p:nvSpPr>
        <p:spPr>
          <a:xfrm>
            <a:off x="1591056" y="566928"/>
            <a:ext cx="8229600" cy="310896"/>
          </a:xfrm>
          <a:prstGeom prst="rect">
            <a:avLst/>
          </a:prstGeom>
          <a:noFill/>
          <a:ln/>
        </p:spPr>
        <p:txBody>
          <a:bodyPr wrap="square" lIns="0" tIns="0" rIns="0" bIns="0" rtlCol="0" anchor="ctr"/>
          <a:lstStyle/>
          <a:p>
            <a:pPr indent="0" marL="0">
              <a:buNone/>
            </a:pPr>
            <a:r>
              <a:rPr lang="en-US" sz="1200" b="1" spc="200" kern="0" dirty="0">
                <a:solidFill>
                  <a:srgbClr val="4CA199"/>
                </a:solidFill>
                <a:latin typeface="Courier New" pitchFamily="34" charset="0"/>
                <a:ea typeface="Courier New" pitchFamily="34" charset="-122"/>
                <a:cs typeface="Courier New" pitchFamily="34" charset="-120"/>
              </a:rPr>
              <a:t>STEP 4 ── REDEEM</a:t>
            </a:r>
            <a:endParaRPr lang="en-US" sz="1200" dirty="0"/>
          </a:p>
        </p:txBody>
      </p:sp>
      <p:sp>
        <p:nvSpPr>
          <p:cNvPr id="5" name="Text 3"/>
          <p:cNvSpPr/>
          <p:nvPr/>
        </p:nvSpPr>
        <p:spPr>
          <a:xfrm>
            <a:off x="1591056" y="841248"/>
            <a:ext cx="10058400" cy="603504"/>
          </a:xfrm>
          <a:prstGeom prst="rect">
            <a:avLst/>
          </a:prstGeom>
          <a:noFill/>
          <a:ln/>
        </p:spPr>
        <p:txBody>
          <a:bodyPr wrap="square" lIns="0" tIns="0" rIns="0" bIns="0" rtlCol="0" anchor="ctr"/>
          <a:lstStyle/>
          <a:p>
            <a:pPr indent="0" marL="0">
              <a:buNone/>
            </a:pPr>
            <a:r>
              <a:rPr lang="en-US" sz="3000" b="1" dirty="0">
                <a:solidFill>
                  <a:srgbClr val="1F2D2B"/>
                </a:solidFill>
                <a:latin typeface="Arial" pitchFamily="34" charset="0"/>
                <a:ea typeface="Arial" pitchFamily="34" charset="-122"/>
                <a:cs typeface="Arial" pitchFamily="34" charset="-120"/>
              </a:rPr>
              <a:t>引き換えスキャン操作</a:t>
            </a:r>
            <a:endParaRPr lang="en-US" sz="3000" dirty="0"/>
          </a:p>
        </p:txBody>
      </p:sp>
      <p:sp>
        <p:nvSpPr>
          <p:cNvPr id="6" name="Shape 4"/>
          <p:cNvSpPr/>
          <p:nvPr/>
        </p:nvSpPr>
        <p:spPr>
          <a:xfrm>
            <a:off x="563728" y="2148840"/>
            <a:ext cx="3383280" cy="2286000"/>
          </a:xfrm>
          <a:prstGeom prst="roundRect">
            <a:avLst>
              <a:gd name="adj" fmla="val 4800"/>
            </a:avLst>
          </a:prstGeom>
          <a:solidFill>
            <a:srgbClr val="FFFFFF"/>
          </a:solidFill>
          <a:ln/>
          <a:effectLst>
            <a:outerShdw sx="100000" sy="100000" kx="0" ky="0" algn="bl" rotWithShape="0" blurRad="114300" dist="38100" dir="5400000">
              <a:srgbClr val="000000">
                <a:alpha val="10000"/>
              </a:srgbClr>
            </a:outerShdw>
          </a:effectLst>
        </p:spPr>
      </p:sp>
      <p:sp>
        <p:nvSpPr>
          <p:cNvPr id="7" name="Shape 5"/>
          <p:cNvSpPr/>
          <p:nvPr/>
        </p:nvSpPr>
        <p:spPr>
          <a:xfrm>
            <a:off x="856336" y="2441448"/>
            <a:ext cx="566928" cy="566928"/>
          </a:xfrm>
          <a:prstGeom prst="ellipse">
            <a:avLst/>
          </a:prstGeom>
          <a:solidFill>
            <a:srgbClr val="3D8580"/>
          </a:solidFill>
          <a:ln/>
        </p:spPr>
      </p:sp>
      <p:sp>
        <p:nvSpPr>
          <p:cNvPr id="8" name="Text 6"/>
          <p:cNvSpPr/>
          <p:nvPr/>
        </p:nvSpPr>
        <p:spPr>
          <a:xfrm>
            <a:off x="856336" y="2441448"/>
            <a:ext cx="566928" cy="566928"/>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1569568" y="2496312"/>
            <a:ext cx="2194560" cy="457200"/>
          </a:xfrm>
          <a:prstGeom prst="rect">
            <a:avLst/>
          </a:prstGeom>
          <a:noFill/>
          <a:ln/>
        </p:spPr>
        <p:txBody>
          <a:bodyPr wrap="square" lIns="0" tIns="0" rIns="0" bIns="0" rtlCol="0" anchor="ctr"/>
          <a:lstStyle/>
          <a:p>
            <a:pPr indent="0" marL="0">
              <a:buNone/>
            </a:pPr>
            <a:r>
              <a:rPr lang="en-US" sz="1700" b="1" dirty="0">
                <a:solidFill>
                  <a:srgbClr val="1F2D2B"/>
                </a:solidFill>
                <a:latin typeface="Arial" pitchFamily="34" charset="0"/>
                <a:ea typeface="Arial" pitchFamily="34" charset="-122"/>
                <a:cs typeface="Arial" pitchFamily="34" charset="-120"/>
              </a:rPr>
              <a:t>QRをスキャン</a:t>
            </a:r>
            <a:endParaRPr lang="en-US" sz="1700" dirty="0"/>
          </a:p>
        </p:txBody>
      </p:sp>
      <p:sp>
        <p:nvSpPr>
          <p:cNvPr id="10" name="Text 8"/>
          <p:cNvSpPr/>
          <p:nvPr/>
        </p:nvSpPr>
        <p:spPr>
          <a:xfrm>
            <a:off x="874624" y="3200400"/>
            <a:ext cx="2779776" cy="1097280"/>
          </a:xfrm>
          <a:prstGeom prst="rect">
            <a:avLst/>
          </a:prstGeom>
          <a:noFill/>
          <a:ln/>
        </p:spPr>
        <p:txBody>
          <a:bodyPr wrap="square" lIns="0" tIns="0" rIns="0" bIns="0" rtlCol="0" anchor="ctr"/>
          <a:lstStyle/>
          <a:p>
            <a:pPr indent="0" marL="0">
              <a:lnSpc>
                <a:spcPct val="118000"/>
              </a:lnSpc>
              <a:buNone/>
            </a:pPr>
            <a:r>
              <a:rPr lang="en-US" sz="1250" dirty="0">
                <a:solidFill>
                  <a:srgbClr val="6E827E"/>
                </a:solidFill>
                <a:latin typeface="Arial" pitchFamily="34" charset="0"/>
                <a:ea typeface="Arial" pitchFamily="34" charset="-122"/>
                <a:cs typeface="Arial" pitchFamily="34" charset="-120"/>
              </a:rPr>
              <a:t>ヘッダーの「引き換え」から /admin/redeem を開き、来場者の特典QRをスキャン。</a:t>
            </a:r>
            <a:endParaRPr lang="en-US" sz="1250" dirty="0"/>
          </a:p>
        </p:txBody>
      </p:sp>
      <p:pic>
        <p:nvPicPr>
          <p:cNvPr id="11" name="Image 0" descr="preencoded.png">    </p:cNvPr>
          <p:cNvPicPr>
            <a:picLocks noChangeAspect="1"/>
          </p:cNvPicPr>
          <p:nvPr/>
        </p:nvPicPr>
        <p:blipFill>
          <a:blip r:embed="rId1"/>
          <a:stretch>
            <a:fillRect/>
          </a:stretch>
        </p:blipFill>
        <p:spPr>
          <a:xfrm>
            <a:off x="4056736" y="3172968"/>
            <a:ext cx="237744" cy="237744"/>
          </a:xfrm>
          <a:prstGeom prst="rect">
            <a:avLst/>
          </a:prstGeom>
        </p:spPr>
      </p:pic>
      <p:sp>
        <p:nvSpPr>
          <p:cNvPr id="12" name="Shape 9"/>
          <p:cNvSpPr/>
          <p:nvPr/>
        </p:nvSpPr>
        <p:spPr>
          <a:xfrm>
            <a:off x="4404208" y="2148840"/>
            <a:ext cx="3383280" cy="2286000"/>
          </a:xfrm>
          <a:prstGeom prst="roundRect">
            <a:avLst>
              <a:gd name="adj" fmla="val 4800"/>
            </a:avLst>
          </a:prstGeom>
          <a:solidFill>
            <a:srgbClr val="FFFFFF"/>
          </a:solidFill>
          <a:ln/>
          <a:effectLst>
            <a:outerShdw sx="100000" sy="100000" kx="0" ky="0" algn="bl" rotWithShape="0" blurRad="114300" dist="38100" dir="5400000">
              <a:srgbClr val="000000">
                <a:alpha val="10000"/>
              </a:srgbClr>
            </a:outerShdw>
          </a:effectLst>
        </p:spPr>
      </p:sp>
      <p:sp>
        <p:nvSpPr>
          <p:cNvPr id="13" name="Shape 10"/>
          <p:cNvSpPr/>
          <p:nvPr/>
        </p:nvSpPr>
        <p:spPr>
          <a:xfrm>
            <a:off x="4696816" y="2441448"/>
            <a:ext cx="566928" cy="566928"/>
          </a:xfrm>
          <a:prstGeom prst="ellipse">
            <a:avLst/>
          </a:prstGeom>
          <a:solidFill>
            <a:srgbClr val="3D8580"/>
          </a:solidFill>
          <a:ln/>
        </p:spPr>
      </p:sp>
      <p:sp>
        <p:nvSpPr>
          <p:cNvPr id="14" name="Text 11"/>
          <p:cNvSpPr/>
          <p:nvPr/>
        </p:nvSpPr>
        <p:spPr>
          <a:xfrm>
            <a:off x="4696816" y="2441448"/>
            <a:ext cx="566928" cy="566928"/>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2"/>
          <p:cNvSpPr/>
          <p:nvPr/>
        </p:nvSpPr>
        <p:spPr>
          <a:xfrm>
            <a:off x="5410048" y="2496312"/>
            <a:ext cx="2194560" cy="457200"/>
          </a:xfrm>
          <a:prstGeom prst="rect">
            <a:avLst/>
          </a:prstGeom>
          <a:noFill/>
          <a:ln/>
        </p:spPr>
        <p:txBody>
          <a:bodyPr wrap="square" lIns="0" tIns="0" rIns="0" bIns="0" rtlCol="0" anchor="ctr"/>
          <a:lstStyle/>
          <a:p>
            <a:pPr indent="0" marL="0">
              <a:buNone/>
            </a:pPr>
            <a:r>
              <a:rPr lang="en-US" sz="1700" b="1" dirty="0">
                <a:solidFill>
                  <a:srgbClr val="1F2D2B"/>
                </a:solidFill>
                <a:latin typeface="Arial" pitchFamily="34" charset="0"/>
                <a:ea typeface="Arial" pitchFamily="34" charset="-122"/>
                <a:cs typeface="Arial" pitchFamily="34" charset="-120"/>
              </a:rPr>
              <a:t>内容を確認</a:t>
            </a:r>
            <a:endParaRPr lang="en-US" sz="1700" dirty="0"/>
          </a:p>
        </p:txBody>
      </p:sp>
      <p:sp>
        <p:nvSpPr>
          <p:cNvPr id="16" name="Text 13"/>
          <p:cNvSpPr/>
          <p:nvPr/>
        </p:nvSpPr>
        <p:spPr>
          <a:xfrm>
            <a:off x="4715104" y="3200400"/>
            <a:ext cx="2779776" cy="1097280"/>
          </a:xfrm>
          <a:prstGeom prst="rect">
            <a:avLst/>
          </a:prstGeom>
          <a:noFill/>
          <a:ln/>
        </p:spPr>
        <p:txBody>
          <a:bodyPr wrap="square" lIns="0" tIns="0" rIns="0" bIns="0" rtlCol="0" anchor="ctr"/>
          <a:lstStyle/>
          <a:p>
            <a:pPr indent="0" marL="0">
              <a:lnSpc>
                <a:spcPct val="118000"/>
              </a:lnSpc>
              <a:buNone/>
            </a:pPr>
            <a:r>
              <a:rPr lang="en-US" sz="1250" dirty="0">
                <a:solidFill>
                  <a:srgbClr val="6E827E"/>
                </a:solidFill>
                <a:latin typeface="Arial" pitchFamily="34" charset="0"/>
                <a:ea typeface="Arial" pitchFamily="34" charset="-122"/>
                <a:cs typeface="Arial" pitchFamily="34" charset="-120"/>
              </a:rPr>
              <a:t>来場者の名前と特典内容が画面に表示されます。間違いがないか確認。</a:t>
            </a:r>
            <a:endParaRPr lang="en-US" sz="1250" dirty="0"/>
          </a:p>
        </p:txBody>
      </p:sp>
      <p:pic>
        <p:nvPicPr>
          <p:cNvPr id="17" name="Image 1" descr="preencoded.png">    </p:cNvPr>
          <p:cNvPicPr>
            <a:picLocks noChangeAspect="1"/>
          </p:cNvPicPr>
          <p:nvPr/>
        </p:nvPicPr>
        <p:blipFill>
          <a:blip r:embed="rId2"/>
          <a:stretch>
            <a:fillRect/>
          </a:stretch>
        </p:blipFill>
        <p:spPr>
          <a:xfrm>
            <a:off x="7897216" y="3172968"/>
            <a:ext cx="237744" cy="237744"/>
          </a:xfrm>
          <a:prstGeom prst="rect">
            <a:avLst/>
          </a:prstGeom>
        </p:spPr>
      </p:pic>
      <p:sp>
        <p:nvSpPr>
          <p:cNvPr id="18" name="Shape 14"/>
          <p:cNvSpPr/>
          <p:nvPr/>
        </p:nvSpPr>
        <p:spPr>
          <a:xfrm>
            <a:off x="8244688" y="2148840"/>
            <a:ext cx="3383280" cy="2286000"/>
          </a:xfrm>
          <a:prstGeom prst="roundRect">
            <a:avLst>
              <a:gd name="adj" fmla="val 4800"/>
            </a:avLst>
          </a:prstGeom>
          <a:solidFill>
            <a:srgbClr val="FFFFFF"/>
          </a:solidFill>
          <a:ln/>
          <a:effectLst>
            <a:outerShdw sx="100000" sy="100000" kx="0" ky="0" algn="bl" rotWithShape="0" blurRad="114300" dist="38100" dir="5400000">
              <a:srgbClr val="000000">
                <a:alpha val="10000"/>
              </a:srgbClr>
            </a:outerShdw>
          </a:effectLst>
        </p:spPr>
      </p:sp>
      <p:sp>
        <p:nvSpPr>
          <p:cNvPr id="19" name="Shape 15"/>
          <p:cNvSpPr/>
          <p:nvPr/>
        </p:nvSpPr>
        <p:spPr>
          <a:xfrm>
            <a:off x="8537296" y="2441448"/>
            <a:ext cx="566928" cy="566928"/>
          </a:xfrm>
          <a:prstGeom prst="ellipse">
            <a:avLst/>
          </a:prstGeom>
          <a:solidFill>
            <a:srgbClr val="3D8580"/>
          </a:solidFill>
          <a:ln/>
        </p:spPr>
      </p:sp>
      <p:sp>
        <p:nvSpPr>
          <p:cNvPr id="20" name="Text 16"/>
          <p:cNvSpPr/>
          <p:nvPr/>
        </p:nvSpPr>
        <p:spPr>
          <a:xfrm>
            <a:off x="8537296" y="2441448"/>
            <a:ext cx="566928" cy="566928"/>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7"/>
          <p:cNvSpPr/>
          <p:nvPr/>
        </p:nvSpPr>
        <p:spPr>
          <a:xfrm>
            <a:off x="9250528" y="2496312"/>
            <a:ext cx="2194560" cy="457200"/>
          </a:xfrm>
          <a:prstGeom prst="rect">
            <a:avLst/>
          </a:prstGeom>
          <a:noFill/>
          <a:ln/>
        </p:spPr>
        <p:txBody>
          <a:bodyPr wrap="square" lIns="0" tIns="0" rIns="0" bIns="0" rtlCol="0" anchor="ctr"/>
          <a:lstStyle/>
          <a:p>
            <a:pPr indent="0" marL="0">
              <a:buNone/>
            </a:pPr>
            <a:r>
              <a:rPr lang="en-US" sz="1700" b="1" dirty="0">
                <a:solidFill>
                  <a:srgbClr val="1F2D2B"/>
                </a:solidFill>
                <a:latin typeface="Arial" pitchFamily="34" charset="0"/>
                <a:ea typeface="Arial" pitchFamily="34" charset="-122"/>
                <a:cs typeface="Arial" pitchFamily="34" charset="-120"/>
              </a:rPr>
              <a:t>お渡し完了</a:t>
            </a:r>
            <a:endParaRPr lang="en-US" sz="1700" dirty="0"/>
          </a:p>
        </p:txBody>
      </p:sp>
      <p:sp>
        <p:nvSpPr>
          <p:cNvPr id="22" name="Text 18"/>
          <p:cNvSpPr/>
          <p:nvPr/>
        </p:nvSpPr>
        <p:spPr>
          <a:xfrm>
            <a:off x="8555584" y="3200400"/>
            <a:ext cx="2779776" cy="1097280"/>
          </a:xfrm>
          <a:prstGeom prst="rect">
            <a:avLst/>
          </a:prstGeom>
          <a:noFill/>
          <a:ln/>
        </p:spPr>
        <p:txBody>
          <a:bodyPr wrap="square" lIns="0" tIns="0" rIns="0" bIns="0" rtlCol="0" anchor="ctr"/>
          <a:lstStyle/>
          <a:p>
            <a:pPr indent="0" marL="0">
              <a:lnSpc>
                <a:spcPct val="118000"/>
              </a:lnSpc>
              <a:buNone/>
            </a:pPr>
            <a:r>
              <a:rPr lang="en-US" sz="1250" dirty="0">
                <a:solidFill>
                  <a:srgbClr val="6E827E"/>
                </a:solidFill>
                <a:latin typeface="Arial" pitchFamily="34" charset="0"/>
                <a:ea typeface="Arial" pitchFamily="34" charset="-122"/>
                <a:cs typeface="Arial" pitchFamily="34" charset="-120"/>
              </a:rPr>
              <a:t>「お渡し完了」をタップで使用済みに。一回限り・二重引き換えを自動で防止。</a:t>
            </a:r>
            <a:endParaRPr lang="en-US" sz="1250" dirty="0"/>
          </a:p>
        </p:txBody>
      </p:sp>
      <p:sp>
        <p:nvSpPr>
          <p:cNvPr id="23" name="Shape 19"/>
          <p:cNvSpPr/>
          <p:nvPr/>
        </p:nvSpPr>
        <p:spPr>
          <a:xfrm>
            <a:off x="2103120" y="4892040"/>
            <a:ext cx="7955280" cy="777240"/>
          </a:xfrm>
          <a:prstGeom prst="roundRect">
            <a:avLst>
              <a:gd name="adj" fmla="val 14118"/>
            </a:avLst>
          </a:prstGeom>
          <a:solidFill>
            <a:srgbClr val="3D8580"/>
          </a:solidFill>
          <a:ln/>
          <a:effectLst>
            <a:outerShdw sx="100000" sy="100000" kx="0" ky="0" algn="bl" rotWithShape="0" blurRad="114300" dist="38100" dir="5400000">
              <a:srgbClr val="000000">
                <a:alpha val="10000"/>
              </a:srgbClr>
            </a:outerShdw>
          </a:effectLst>
        </p:spPr>
      </p:sp>
      <p:pic>
        <p:nvPicPr>
          <p:cNvPr id="24" name="Image 2" descr="preencoded.png">    </p:cNvPr>
          <p:cNvPicPr>
            <a:picLocks noChangeAspect="1"/>
          </p:cNvPicPr>
          <p:nvPr/>
        </p:nvPicPr>
        <p:blipFill>
          <a:blip r:embed="rId3"/>
          <a:stretch>
            <a:fillRect/>
          </a:stretch>
        </p:blipFill>
        <p:spPr>
          <a:xfrm>
            <a:off x="4754880" y="5138928"/>
            <a:ext cx="292608" cy="292608"/>
          </a:xfrm>
          <a:prstGeom prst="rect">
            <a:avLst/>
          </a:prstGeom>
        </p:spPr>
      </p:pic>
      <p:sp>
        <p:nvSpPr>
          <p:cNvPr id="25" name="Text 20"/>
          <p:cNvSpPr/>
          <p:nvPr/>
        </p:nvSpPr>
        <p:spPr>
          <a:xfrm>
            <a:off x="5166360" y="4892040"/>
            <a:ext cx="228600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QRをスキャン</a:t>
            </a:r>
            <a:endParaRPr lang="en-US" sz="1800" dirty="0"/>
          </a:p>
        </p:txBody>
      </p:sp>
      <p:sp>
        <p:nvSpPr>
          <p:cNvPr id="26" name="Text 21"/>
          <p:cNvSpPr/>
          <p:nvPr/>
        </p:nvSpPr>
        <p:spPr>
          <a:xfrm>
            <a:off x="548640" y="5897880"/>
            <a:ext cx="11064240" cy="365760"/>
          </a:xfrm>
          <a:prstGeom prst="rect">
            <a:avLst/>
          </a:prstGeom>
          <a:noFill/>
          <a:ln/>
        </p:spPr>
        <p:txBody>
          <a:bodyPr wrap="square" rtlCol="0" anchor="ctr"/>
          <a:lstStyle/>
          <a:p>
            <a:pPr algn="ctr" indent="0" marL="0">
              <a:buNone/>
            </a:pPr>
            <a:r>
              <a:rPr lang="en-US" sz="1200" i="1" dirty="0">
                <a:solidFill>
                  <a:srgbClr val="6E827E"/>
                </a:solidFill>
                <a:latin typeface="Arial" pitchFamily="34" charset="0"/>
                <a:ea typeface="Arial" pitchFamily="34" charset="-122"/>
                <a:cs typeface="Arial" pitchFamily="34" charset="-120"/>
              </a:rPr>
              <a:t>※ プロジェクトのメンバー／スーパー管理者のみ実行できます。コード直接入力での照合も可能。</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548640" y="566928"/>
            <a:ext cx="786384" cy="786384"/>
          </a:xfrm>
          <a:prstGeom prst="ellipse">
            <a:avLst/>
          </a:prstGeom>
          <a:solidFill>
            <a:srgbClr val="3D8580"/>
          </a:solidFill>
          <a:ln/>
          <a:effectLst>
            <a:outerShdw sx="100000" sy="100000" kx="0" ky="0" algn="bl" rotWithShape="0" blurRad="114300" dist="38100" dir="5400000">
              <a:srgbClr val="000000">
                <a:alpha val="10000"/>
              </a:srgbClr>
            </a:outerShdw>
          </a:effectLst>
        </p:spPr>
      </p:sp>
      <p:sp>
        <p:nvSpPr>
          <p:cNvPr id="3" name="Text 1"/>
          <p:cNvSpPr/>
          <p:nvPr/>
        </p:nvSpPr>
        <p:spPr>
          <a:xfrm>
            <a:off x="548640" y="566928"/>
            <a:ext cx="786384" cy="786384"/>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4" name="Text 2"/>
          <p:cNvSpPr/>
          <p:nvPr/>
        </p:nvSpPr>
        <p:spPr>
          <a:xfrm>
            <a:off x="1591056" y="566928"/>
            <a:ext cx="8229600" cy="310896"/>
          </a:xfrm>
          <a:prstGeom prst="rect">
            <a:avLst/>
          </a:prstGeom>
          <a:noFill/>
          <a:ln/>
        </p:spPr>
        <p:txBody>
          <a:bodyPr wrap="square" lIns="0" tIns="0" rIns="0" bIns="0" rtlCol="0" anchor="ctr"/>
          <a:lstStyle/>
          <a:p>
            <a:pPr indent="0" marL="0">
              <a:buNone/>
            </a:pPr>
            <a:r>
              <a:rPr lang="en-US" sz="1200" b="1" spc="200" kern="0" dirty="0">
                <a:solidFill>
                  <a:srgbClr val="4CA199"/>
                </a:solidFill>
                <a:latin typeface="Courier New" pitchFamily="34" charset="0"/>
                <a:ea typeface="Courier New" pitchFamily="34" charset="-122"/>
                <a:cs typeface="Courier New" pitchFamily="34" charset="-120"/>
              </a:rPr>
              <a:t>STEP 5 ── COLLABORATE</a:t>
            </a:r>
            <a:endParaRPr lang="en-US" sz="1200" dirty="0"/>
          </a:p>
        </p:txBody>
      </p:sp>
      <p:sp>
        <p:nvSpPr>
          <p:cNvPr id="5" name="Text 3"/>
          <p:cNvSpPr/>
          <p:nvPr/>
        </p:nvSpPr>
        <p:spPr>
          <a:xfrm>
            <a:off x="1591056" y="841248"/>
            <a:ext cx="10058400" cy="603504"/>
          </a:xfrm>
          <a:prstGeom prst="rect">
            <a:avLst/>
          </a:prstGeom>
          <a:noFill/>
          <a:ln/>
        </p:spPr>
        <p:txBody>
          <a:bodyPr wrap="square" lIns="0" tIns="0" rIns="0" bIns="0" rtlCol="0" anchor="ctr"/>
          <a:lstStyle/>
          <a:p>
            <a:pPr indent="0" marL="0">
              <a:buNone/>
            </a:pPr>
            <a:r>
              <a:rPr lang="en-US" sz="3000" b="1" dirty="0">
                <a:solidFill>
                  <a:srgbClr val="1F2D2B"/>
                </a:solidFill>
                <a:latin typeface="Arial" pitchFamily="34" charset="0"/>
                <a:ea typeface="Arial" pitchFamily="34" charset="-122"/>
                <a:cs typeface="Arial" pitchFamily="34" charset="-120"/>
              </a:rPr>
              <a:t>管理者の招待・共同編集</a:t>
            </a:r>
            <a:endParaRPr lang="en-US" sz="3000" dirty="0"/>
          </a:p>
        </p:txBody>
      </p:sp>
      <p:sp>
        <p:nvSpPr>
          <p:cNvPr id="6" name="Text 4"/>
          <p:cNvSpPr/>
          <p:nvPr/>
        </p:nvSpPr>
        <p:spPr>
          <a:xfrm>
            <a:off x="640080" y="2057400"/>
            <a:ext cx="5852160" cy="411480"/>
          </a:xfrm>
          <a:prstGeom prst="rect">
            <a:avLst/>
          </a:prstGeom>
          <a:noFill/>
          <a:ln/>
        </p:spPr>
        <p:txBody>
          <a:bodyPr wrap="square" lIns="0" tIns="0" rIns="0" bIns="0" rtlCol="0" anchor="ctr"/>
          <a:lstStyle/>
          <a:p>
            <a:pPr indent="0" marL="0">
              <a:buNone/>
            </a:pPr>
            <a:r>
              <a:rPr lang="en-US" sz="1700" b="1" dirty="0">
                <a:solidFill>
                  <a:srgbClr val="1F2D2B"/>
                </a:solidFill>
                <a:latin typeface="Arial" pitchFamily="34" charset="0"/>
                <a:ea typeface="Arial" pitchFamily="34" charset="-122"/>
                <a:cs typeface="Arial" pitchFamily="34" charset="-120"/>
              </a:rPr>
              <a:t>2つの方法で共同編集者を増やせます</a:t>
            </a:r>
            <a:endParaRPr lang="en-US" sz="1700" dirty="0"/>
          </a:p>
        </p:txBody>
      </p:sp>
      <p:sp>
        <p:nvSpPr>
          <p:cNvPr id="7" name="Shape 5"/>
          <p:cNvSpPr/>
          <p:nvPr/>
        </p:nvSpPr>
        <p:spPr>
          <a:xfrm>
            <a:off x="640080" y="2606040"/>
            <a:ext cx="5852160" cy="1417320"/>
          </a:xfrm>
          <a:prstGeom prst="roundRect">
            <a:avLst>
              <a:gd name="adj" fmla="val 6452"/>
            </a:avLst>
          </a:prstGeom>
          <a:solidFill>
            <a:srgbClr val="FFFFFF"/>
          </a:solidFill>
          <a:ln/>
          <a:effectLst>
            <a:outerShdw sx="100000" sy="100000" kx="0" ky="0" algn="bl" rotWithShape="0" blurRad="114300" dist="38100" dir="5400000">
              <a:srgbClr val="000000">
                <a:alpha val="10000"/>
              </a:srgbClr>
            </a:outerShdw>
          </a:effectLst>
        </p:spPr>
      </p:sp>
      <p:sp>
        <p:nvSpPr>
          <p:cNvPr id="8" name="Shape 6"/>
          <p:cNvSpPr/>
          <p:nvPr/>
        </p:nvSpPr>
        <p:spPr>
          <a:xfrm>
            <a:off x="914400" y="2926080"/>
            <a:ext cx="566928" cy="566928"/>
          </a:xfrm>
          <a:prstGeom prst="ellipse">
            <a:avLst/>
          </a:prstGeom>
          <a:solidFill>
            <a:srgbClr val="E8F1EE"/>
          </a:solidFill>
          <a:ln/>
        </p:spPr>
      </p:sp>
      <p:pic>
        <p:nvPicPr>
          <p:cNvPr id="9" name="Image 0" descr="preencoded.png">    </p:cNvPr>
          <p:cNvPicPr>
            <a:picLocks noChangeAspect="1"/>
          </p:cNvPicPr>
          <p:nvPr/>
        </p:nvPicPr>
        <p:blipFill>
          <a:blip r:embed="rId1"/>
          <a:stretch>
            <a:fillRect/>
          </a:stretch>
        </p:blipFill>
        <p:spPr>
          <a:xfrm>
            <a:off x="1051560" y="3063240"/>
            <a:ext cx="292608" cy="292608"/>
          </a:xfrm>
          <a:prstGeom prst="rect">
            <a:avLst/>
          </a:prstGeom>
        </p:spPr>
      </p:pic>
      <p:sp>
        <p:nvSpPr>
          <p:cNvPr id="10" name="Text 7"/>
          <p:cNvSpPr/>
          <p:nvPr/>
        </p:nvSpPr>
        <p:spPr>
          <a:xfrm>
            <a:off x="1645920" y="2880360"/>
            <a:ext cx="4572000" cy="365760"/>
          </a:xfrm>
          <a:prstGeom prst="rect">
            <a:avLst/>
          </a:prstGeom>
          <a:noFill/>
          <a:ln/>
        </p:spPr>
        <p:txBody>
          <a:bodyPr wrap="square" lIns="0" tIns="0" rIns="0" bIns="0" rtlCol="0" anchor="ctr"/>
          <a:lstStyle/>
          <a:p>
            <a:pPr indent="0" marL="0">
              <a:buNone/>
            </a:pPr>
            <a:r>
              <a:rPr lang="en-US" sz="1600" b="1" dirty="0">
                <a:solidFill>
                  <a:srgbClr val="1F2D2B"/>
                </a:solidFill>
                <a:latin typeface="Arial" pitchFamily="34" charset="0"/>
                <a:ea typeface="Arial" pitchFamily="34" charset="-122"/>
                <a:cs typeface="Arial" pitchFamily="34" charset="-120"/>
              </a:rPr>
              <a:t>A. メールで招待</a:t>
            </a:r>
            <a:endParaRPr lang="en-US" sz="1600" dirty="0"/>
          </a:p>
        </p:txBody>
      </p:sp>
      <p:sp>
        <p:nvSpPr>
          <p:cNvPr id="11" name="Text 8"/>
          <p:cNvSpPr/>
          <p:nvPr/>
        </p:nvSpPr>
        <p:spPr>
          <a:xfrm>
            <a:off x="1645920" y="3319272"/>
            <a:ext cx="4572000" cy="548640"/>
          </a:xfrm>
          <a:prstGeom prst="rect">
            <a:avLst/>
          </a:prstGeom>
          <a:noFill/>
          <a:ln/>
        </p:spPr>
        <p:txBody>
          <a:bodyPr wrap="square" lIns="0" tIns="0" rIns="0" bIns="0" rtlCol="0" anchor="ctr"/>
          <a:lstStyle/>
          <a:p>
            <a:pPr indent="0" marL="0">
              <a:lnSpc>
                <a:spcPct val="115000"/>
              </a:lnSpc>
              <a:buNone/>
            </a:pPr>
            <a:r>
              <a:rPr lang="en-US" sz="1250" dirty="0">
                <a:solidFill>
                  <a:srgbClr val="6E827E"/>
                </a:solidFill>
                <a:latin typeface="Arial" pitchFamily="34" charset="0"/>
                <a:ea typeface="Arial" pitchFamily="34" charset="-122"/>
                <a:cs typeface="Arial" pitchFamily="34" charset="-120"/>
              </a:rPr>
              <a:t>プロジェクト詳細画面から、登録済みの管理者をメールアドレスで招待します。</a:t>
            </a:r>
            <a:endParaRPr lang="en-US" sz="1250" dirty="0"/>
          </a:p>
        </p:txBody>
      </p:sp>
      <p:sp>
        <p:nvSpPr>
          <p:cNvPr id="12" name="Shape 9"/>
          <p:cNvSpPr/>
          <p:nvPr/>
        </p:nvSpPr>
        <p:spPr>
          <a:xfrm>
            <a:off x="640080" y="4206240"/>
            <a:ext cx="5852160" cy="1417320"/>
          </a:xfrm>
          <a:prstGeom prst="roundRect">
            <a:avLst>
              <a:gd name="adj" fmla="val 6452"/>
            </a:avLst>
          </a:prstGeom>
          <a:solidFill>
            <a:srgbClr val="FFFFFF"/>
          </a:solidFill>
          <a:ln/>
          <a:effectLst>
            <a:outerShdw sx="100000" sy="100000" kx="0" ky="0" algn="bl" rotWithShape="0" blurRad="114300" dist="38100" dir="5400000">
              <a:srgbClr val="000000">
                <a:alpha val="10000"/>
              </a:srgbClr>
            </a:outerShdw>
          </a:effectLst>
        </p:spPr>
      </p:sp>
      <p:sp>
        <p:nvSpPr>
          <p:cNvPr id="13" name="Shape 10"/>
          <p:cNvSpPr/>
          <p:nvPr/>
        </p:nvSpPr>
        <p:spPr>
          <a:xfrm>
            <a:off x="914400" y="4526280"/>
            <a:ext cx="566928" cy="566928"/>
          </a:xfrm>
          <a:prstGeom prst="ellipse">
            <a:avLst/>
          </a:prstGeom>
          <a:solidFill>
            <a:srgbClr val="E8F1EE"/>
          </a:solidFill>
          <a:ln/>
        </p:spPr>
      </p:sp>
      <p:pic>
        <p:nvPicPr>
          <p:cNvPr id="14" name="Image 1" descr="preencoded.png">    </p:cNvPr>
          <p:cNvPicPr>
            <a:picLocks noChangeAspect="1"/>
          </p:cNvPicPr>
          <p:nvPr/>
        </p:nvPicPr>
        <p:blipFill>
          <a:blip r:embed="rId2"/>
          <a:stretch>
            <a:fillRect/>
          </a:stretch>
        </p:blipFill>
        <p:spPr>
          <a:xfrm>
            <a:off x="1051560" y="4663440"/>
            <a:ext cx="292608" cy="292608"/>
          </a:xfrm>
          <a:prstGeom prst="rect">
            <a:avLst/>
          </a:prstGeom>
        </p:spPr>
      </p:pic>
      <p:sp>
        <p:nvSpPr>
          <p:cNvPr id="15" name="Text 11"/>
          <p:cNvSpPr/>
          <p:nvPr/>
        </p:nvSpPr>
        <p:spPr>
          <a:xfrm>
            <a:off x="1645920" y="4480560"/>
            <a:ext cx="4572000" cy="365760"/>
          </a:xfrm>
          <a:prstGeom prst="rect">
            <a:avLst/>
          </a:prstGeom>
          <a:noFill/>
          <a:ln/>
        </p:spPr>
        <p:txBody>
          <a:bodyPr wrap="square" lIns="0" tIns="0" rIns="0" bIns="0" rtlCol="0" anchor="ctr"/>
          <a:lstStyle/>
          <a:p>
            <a:pPr indent="0" marL="0">
              <a:buNone/>
            </a:pPr>
            <a:r>
              <a:rPr lang="en-US" sz="1600" b="1" dirty="0">
                <a:solidFill>
                  <a:srgbClr val="1F2D2B"/>
                </a:solidFill>
                <a:latin typeface="Arial" pitchFamily="34" charset="0"/>
                <a:ea typeface="Arial" pitchFamily="34" charset="-122"/>
                <a:cs typeface="Arial" pitchFamily="34" charset="-120"/>
              </a:rPr>
              <a:t>B. 参加コードを共有</a:t>
            </a:r>
            <a:endParaRPr lang="en-US" sz="1600" dirty="0"/>
          </a:p>
        </p:txBody>
      </p:sp>
      <p:sp>
        <p:nvSpPr>
          <p:cNvPr id="16" name="Text 12"/>
          <p:cNvSpPr/>
          <p:nvPr/>
        </p:nvSpPr>
        <p:spPr>
          <a:xfrm>
            <a:off x="1645920" y="4919472"/>
            <a:ext cx="4572000" cy="548640"/>
          </a:xfrm>
          <a:prstGeom prst="rect">
            <a:avLst/>
          </a:prstGeom>
          <a:noFill/>
          <a:ln/>
        </p:spPr>
        <p:txBody>
          <a:bodyPr wrap="square" lIns="0" tIns="0" rIns="0" bIns="0" rtlCol="0" anchor="ctr"/>
          <a:lstStyle/>
          <a:p>
            <a:pPr indent="0" marL="0">
              <a:lnSpc>
                <a:spcPct val="115000"/>
              </a:lnSpc>
              <a:buNone/>
            </a:pPr>
            <a:r>
              <a:rPr lang="en-US" sz="1250" dirty="0">
                <a:solidFill>
                  <a:srgbClr val="6E827E"/>
                </a:solidFill>
                <a:latin typeface="Arial" pitchFamily="34" charset="0"/>
                <a:ea typeface="Arial" pitchFamily="34" charset="-122"/>
                <a:cs typeface="Arial" pitchFamily="34" charset="-120"/>
              </a:rPr>
              <a:t>各プロジェクトの参加コードを伝えると、相手が「参加コードで参加」から自分で参加できます。</a:t>
            </a:r>
            <a:endParaRPr lang="en-US" sz="1250" dirty="0"/>
          </a:p>
        </p:txBody>
      </p:sp>
      <p:sp>
        <p:nvSpPr>
          <p:cNvPr id="17" name="Shape 13"/>
          <p:cNvSpPr/>
          <p:nvPr/>
        </p:nvSpPr>
        <p:spPr>
          <a:xfrm>
            <a:off x="7040880" y="2011680"/>
            <a:ext cx="4572000" cy="4160520"/>
          </a:xfrm>
          <a:prstGeom prst="roundRect">
            <a:avLst>
              <a:gd name="adj" fmla="val 2198"/>
            </a:avLst>
          </a:prstGeom>
          <a:solidFill>
            <a:srgbClr val="FFFFFF"/>
          </a:solidFill>
          <a:ln/>
          <a:effectLst>
            <a:outerShdw sx="100000" sy="100000" kx="0" ky="0" algn="bl" rotWithShape="0" blurRad="114300" dist="38100" dir="5400000">
              <a:srgbClr val="000000">
                <a:alpha val="10000"/>
              </a:srgbClr>
            </a:outerShdw>
          </a:effectLst>
        </p:spPr>
      </p:sp>
      <p:sp>
        <p:nvSpPr>
          <p:cNvPr id="18" name="Text 14"/>
          <p:cNvSpPr/>
          <p:nvPr/>
        </p:nvSpPr>
        <p:spPr>
          <a:xfrm>
            <a:off x="7315200" y="2240280"/>
            <a:ext cx="2743200" cy="365760"/>
          </a:xfrm>
          <a:prstGeom prst="rect">
            <a:avLst/>
          </a:prstGeom>
          <a:noFill/>
          <a:ln/>
        </p:spPr>
        <p:txBody>
          <a:bodyPr wrap="square" lIns="0" tIns="0" rIns="0" bIns="0" rtlCol="0" anchor="ctr"/>
          <a:lstStyle/>
          <a:p>
            <a:pPr indent="0" marL="0">
              <a:buNone/>
            </a:pPr>
            <a:r>
              <a:rPr lang="en-US" sz="1600" b="1" dirty="0">
                <a:solidFill>
                  <a:srgbClr val="1F2D2B"/>
                </a:solidFill>
                <a:latin typeface="Arial" pitchFamily="34" charset="0"/>
                <a:ea typeface="Arial" pitchFamily="34" charset="-122"/>
                <a:cs typeface="Arial" pitchFamily="34" charset="-120"/>
              </a:rPr>
              <a:t>メンバー</a:t>
            </a:r>
            <a:endParaRPr lang="en-US" sz="1600" dirty="0"/>
          </a:p>
        </p:txBody>
      </p:sp>
      <p:sp>
        <p:nvSpPr>
          <p:cNvPr id="19" name="Shape 15"/>
          <p:cNvSpPr/>
          <p:nvPr/>
        </p:nvSpPr>
        <p:spPr>
          <a:xfrm>
            <a:off x="7315200" y="2724912"/>
            <a:ext cx="4023360" cy="640080"/>
          </a:xfrm>
          <a:prstGeom prst="roundRect">
            <a:avLst>
              <a:gd name="adj" fmla="val 10000"/>
            </a:avLst>
          </a:prstGeom>
          <a:solidFill>
            <a:srgbClr val="F3F8F7"/>
          </a:solidFill>
          <a:ln w="12700">
            <a:solidFill>
              <a:srgbClr val="DCE7E3"/>
            </a:solidFill>
            <a:prstDash val="solid"/>
          </a:ln>
        </p:spPr>
      </p:sp>
      <p:sp>
        <p:nvSpPr>
          <p:cNvPr id="20" name="Text 16"/>
          <p:cNvSpPr/>
          <p:nvPr/>
        </p:nvSpPr>
        <p:spPr>
          <a:xfrm>
            <a:off x="7498080" y="2724912"/>
            <a:ext cx="3657600" cy="640080"/>
          </a:xfrm>
          <a:prstGeom prst="rect">
            <a:avLst/>
          </a:prstGeom>
          <a:noFill/>
          <a:ln/>
        </p:spPr>
        <p:txBody>
          <a:bodyPr wrap="square" lIns="0" tIns="0" rIns="0" bIns="0" rtlCol="0" anchor="ctr"/>
          <a:lstStyle/>
          <a:p>
            <a:pPr indent="0" marL="0">
              <a:lnSpc>
                <a:spcPct val="105000"/>
              </a:lnSpc>
              <a:buNone/>
            </a:pPr>
            <a:r>
              <a:rPr lang="en-US" sz="1150" b="1" dirty="0">
                <a:solidFill>
                  <a:srgbClr val="1F2D2B"/>
                </a:solidFill>
                <a:latin typeface="Arial" pitchFamily="34" charset="0"/>
                <a:ea typeface="Arial" pitchFamily="34" charset="-122"/>
                <a:cs typeface="Arial" pitchFamily="34" charset="-120"/>
              </a:rPr>
              <a:t>owner@example.com
</a:t>
            </a:r>
            <a:pPr indent="0" marL="0">
              <a:lnSpc>
                <a:spcPct val="105000"/>
              </a:lnSpc>
              <a:buNone/>
            </a:pPr>
            <a:r>
              <a:rPr lang="en-US" sz="1000" dirty="0">
                <a:solidFill>
                  <a:srgbClr val="6E827E"/>
                </a:solidFill>
                <a:latin typeface="Arial" pitchFamily="34" charset="0"/>
                <a:ea typeface="Arial" pitchFamily="34" charset="-122"/>
                <a:cs typeface="Arial" pitchFamily="34" charset="-120"/>
              </a:rPr>
              <a:t>オーナー</a:t>
            </a:r>
            <a:endParaRPr lang="en-US" sz="1150" dirty="0"/>
          </a:p>
        </p:txBody>
      </p:sp>
      <p:pic>
        <p:nvPicPr>
          <p:cNvPr id="21" name="Image 2" descr="preencoded.png">    </p:cNvPr>
          <p:cNvPicPr>
            <a:picLocks noChangeAspect="1"/>
          </p:cNvPicPr>
          <p:nvPr/>
        </p:nvPicPr>
        <p:blipFill>
          <a:blip r:embed="rId3"/>
          <a:stretch>
            <a:fillRect/>
          </a:stretch>
        </p:blipFill>
        <p:spPr>
          <a:xfrm>
            <a:off x="7315200" y="3584448"/>
            <a:ext cx="256032" cy="256032"/>
          </a:xfrm>
          <a:prstGeom prst="rect">
            <a:avLst/>
          </a:prstGeom>
        </p:spPr>
      </p:pic>
      <p:sp>
        <p:nvSpPr>
          <p:cNvPr id="22" name="Text 17"/>
          <p:cNvSpPr/>
          <p:nvPr/>
        </p:nvSpPr>
        <p:spPr>
          <a:xfrm>
            <a:off x="7644384" y="3547872"/>
            <a:ext cx="2743200" cy="329184"/>
          </a:xfrm>
          <a:prstGeom prst="rect">
            <a:avLst/>
          </a:prstGeom>
          <a:noFill/>
          <a:ln/>
        </p:spPr>
        <p:txBody>
          <a:bodyPr wrap="square" lIns="0" tIns="0" rIns="0" bIns="0" rtlCol="0" anchor="ctr"/>
          <a:lstStyle/>
          <a:p>
            <a:pPr indent="0" marL="0">
              <a:buNone/>
            </a:pPr>
            <a:r>
              <a:rPr lang="en-US" sz="1300" b="1" dirty="0">
                <a:solidFill>
                  <a:srgbClr val="1F2D2B"/>
                </a:solidFill>
                <a:latin typeface="Arial" pitchFamily="34" charset="0"/>
                <a:ea typeface="Arial" pitchFamily="34" charset="-122"/>
                <a:cs typeface="Arial" pitchFamily="34" charset="-120"/>
              </a:rPr>
              <a:t>メンバーを招待</a:t>
            </a:r>
            <a:endParaRPr lang="en-US" sz="1300" dirty="0"/>
          </a:p>
        </p:txBody>
      </p:sp>
      <p:sp>
        <p:nvSpPr>
          <p:cNvPr id="23" name="Shape 18"/>
          <p:cNvSpPr/>
          <p:nvPr/>
        </p:nvSpPr>
        <p:spPr>
          <a:xfrm>
            <a:off x="7315200" y="3950208"/>
            <a:ext cx="2834640" cy="457200"/>
          </a:xfrm>
          <a:prstGeom prst="roundRect">
            <a:avLst>
              <a:gd name="adj" fmla="val 12000"/>
            </a:avLst>
          </a:prstGeom>
          <a:solidFill>
            <a:srgbClr val="FFFFFF"/>
          </a:solidFill>
          <a:ln w="12700">
            <a:solidFill>
              <a:srgbClr val="DCE7E3"/>
            </a:solidFill>
            <a:prstDash val="solid"/>
          </a:ln>
        </p:spPr>
      </p:sp>
      <p:sp>
        <p:nvSpPr>
          <p:cNvPr id="24" name="Text 19"/>
          <p:cNvSpPr/>
          <p:nvPr/>
        </p:nvSpPr>
        <p:spPr>
          <a:xfrm>
            <a:off x="7452360" y="3950208"/>
            <a:ext cx="2651760" cy="457200"/>
          </a:xfrm>
          <a:prstGeom prst="rect">
            <a:avLst/>
          </a:prstGeom>
          <a:noFill/>
          <a:ln/>
        </p:spPr>
        <p:txBody>
          <a:bodyPr wrap="square" lIns="0" tIns="0" rIns="0" bIns="0" rtlCol="0" anchor="ctr"/>
          <a:lstStyle/>
          <a:p>
            <a:pPr indent="0" marL="0">
              <a:buNone/>
            </a:pPr>
            <a:r>
              <a:rPr lang="en-US" sz="1050" dirty="0">
                <a:solidFill>
                  <a:srgbClr val="AFC0BC"/>
                </a:solidFill>
                <a:latin typeface="Arial" pitchFamily="34" charset="0"/>
                <a:ea typeface="Arial" pitchFamily="34" charset="-122"/>
                <a:cs typeface="Arial" pitchFamily="34" charset="-120"/>
              </a:rPr>
              <a:t>member@example.com</a:t>
            </a:r>
            <a:endParaRPr lang="en-US" sz="1050" dirty="0"/>
          </a:p>
        </p:txBody>
      </p:sp>
      <p:sp>
        <p:nvSpPr>
          <p:cNvPr id="25" name="Shape 20"/>
          <p:cNvSpPr/>
          <p:nvPr/>
        </p:nvSpPr>
        <p:spPr>
          <a:xfrm>
            <a:off x="10241280" y="3950208"/>
            <a:ext cx="914400" cy="457200"/>
          </a:xfrm>
          <a:prstGeom prst="roundRect">
            <a:avLst>
              <a:gd name="adj" fmla="val 12000"/>
            </a:avLst>
          </a:prstGeom>
          <a:solidFill>
            <a:srgbClr val="3D8580"/>
          </a:solidFill>
          <a:ln/>
        </p:spPr>
      </p:sp>
      <p:sp>
        <p:nvSpPr>
          <p:cNvPr id="26" name="Text 21"/>
          <p:cNvSpPr/>
          <p:nvPr/>
        </p:nvSpPr>
        <p:spPr>
          <a:xfrm>
            <a:off x="10241280" y="3950208"/>
            <a:ext cx="914400" cy="45720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追加</a:t>
            </a:r>
            <a:endParaRPr lang="en-US" sz="1200" dirty="0"/>
          </a:p>
        </p:txBody>
      </p:sp>
      <p:sp>
        <p:nvSpPr>
          <p:cNvPr id="27" name="Shape 22"/>
          <p:cNvSpPr/>
          <p:nvPr/>
        </p:nvSpPr>
        <p:spPr>
          <a:xfrm>
            <a:off x="7315200" y="4681728"/>
            <a:ext cx="4023360" cy="1234440"/>
          </a:xfrm>
          <a:prstGeom prst="roundRect">
            <a:avLst>
              <a:gd name="adj" fmla="val 5926"/>
            </a:avLst>
          </a:prstGeom>
          <a:solidFill>
            <a:srgbClr val="E8F1EE"/>
          </a:solidFill>
          <a:ln/>
        </p:spPr>
      </p:sp>
      <p:pic>
        <p:nvPicPr>
          <p:cNvPr id="28" name="Image 3" descr="preencoded.png">    </p:cNvPr>
          <p:cNvPicPr>
            <a:picLocks noChangeAspect="1"/>
          </p:cNvPicPr>
          <p:nvPr/>
        </p:nvPicPr>
        <p:blipFill>
          <a:blip r:embed="rId4"/>
          <a:stretch>
            <a:fillRect/>
          </a:stretch>
        </p:blipFill>
        <p:spPr>
          <a:xfrm>
            <a:off x="7498080" y="4864608"/>
            <a:ext cx="256032" cy="256032"/>
          </a:xfrm>
          <a:prstGeom prst="rect">
            <a:avLst/>
          </a:prstGeom>
        </p:spPr>
      </p:pic>
      <p:sp>
        <p:nvSpPr>
          <p:cNvPr id="29" name="Text 23"/>
          <p:cNvSpPr/>
          <p:nvPr/>
        </p:nvSpPr>
        <p:spPr>
          <a:xfrm>
            <a:off x="7827264" y="4828032"/>
            <a:ext cx="2743200" cy="329184"/>
          </a:xfrm>
          <a:prstGeom prst="rect">
            <a:avLst/>
          </a:prstGeom>
          <a:noFill/>
          <a:ln/>
        </p:spPr>
        <p:txBody>
          <a:bodyPr wrap="square" lIns="0" tIns="0" rIns="0" bIns="0" rtlCol="0" anchor="ctr"/>
          <a:lstStyle/>
          <a:p>
            <a:pPr indent="0" marL="0">
              <a:buNone/>
            </a:pPr>
            <a:r>
              <a:rPr lang="en-US" sz="1300" b="1" dirty="0">
                <a:solidFill>
                  <a:srgbClr val="1F2D2B"/>
                </a:solidFill>
                <a:latin typeface="Arial" pitchFamily="34" charset="0"/>
                <a:ea typeface="Arial" pitchFamily="34" charset="-122"/>
                <a:cs typeface="Arial" pitchFamily="34" charset="-120"/>
              </a:rPr>
              <a:t>参加コード</a:t>
            </a:r>
            <a:endParaRPr lang="en-US" sz="1300" dirty="0"/>
          </a:p>
        </p:txBody>
      </p:sp>
      <p:sp>
        <p:nvSpPr>
          <p:cNvPr id="30" name="Text 24"/>
          <p:cNvSpPr/>
          <p:nvPr/>
        </p:nvSpPr>
        <p:spPr>
          <a:xfrm>
            <a:off x="7498080" y="5157216"/>
            <a:ext cx="3657600" cy="457200"/>
          </a:xfrm>
          <a:prstGeom prst="rect">
            <a:avLst/>
          </a:prstGeom>
          <a:noFill/>
          <a:ln/>
        </p:spPr>
        <p:txBody>
          <a:bodyPr wrap="square" lIns="0" tIns="0" rIns="0" bIns="0" rtlCol="0" anchor="ctr"/>
          <a:lstStyle/>
          <a:p>
            <a:pPr indent="0" marL="0">
              <a:lnSpc>
                <a:spcPct val="105000"/>
              </a:lnSpc>
              <a:buNone/>
            </a:pPr>
            <a:r>
              <a:rPr lang="en-US" sz="1000" dirty="0">
                <a:solidFill>
                  <a:srgbClr val="6E827E"/>
                </a:solidFill>
                <a:latin typeface="Arial" pitchFamily="34" charset="0"/>
                <a:ea typeface="Arial" pitchFamily="34" charset="-122"/>
                <a:cs typeface="Arial" pitchFamily="34" charset="-120"/>
              </a:rPr>
              <a:t>このコードを共同編集者に伝えると、相手がコード入力で参加できます。</a:t>
            </a:r>
            <a:endParaRPr lang="en-US" sz="1000" dirty="0"/>
          </a:p>
        </p:txBody>
      </p:sp>
      <p:sp>
        <p:nvSpPr>
          <p:cNvPr id="31" name="Text 25"/>
          <p:cNvSpPr/>
          <p:nvPr/>
        </p:nvSpPr>
        <p:spPr>
          <a:xfrm>
            <a:off x="7498080" y="5596128"/>
            <a:ext cx="3657600" cy="365760"/>
          </a:xfrm>
          <a:prstGeom prst="rect">
            <a:avLst/>
          </a:prstGeom>
          <a:noFill/>
          <a:ln/>
        </p:spPr>
        <p:txBody>
          <a:bodyPr wrap="square" lIns="0" tIns="0" rIns="0" bIns="0" rtlCol="0" anchor="ctr"/>
          <a:lstStyle/>
          <a:p>
            <a:pPr indent="0" marL="0">
              <a:buNone/>
            </a:pPr>
            <a:r>
              <a:rPr lang="en-US" sz="2000" b="1" spc="200" kern="0" dirty="0">
                <a:solidFill>
                  <a:srgbClr val="2C6A62"/>
                </a:solidFill>
                <a:latin typeface="Courier New" pitchFamily="34" charset="0"/>
                <a:ea typeface="Courier New" pitchFamily="34" charset="-122"/>
                <a:cs typeface="Courier New" pitchFamily="34" charset="-120"/>
              </a:rPr>
              <a:t>9 F 6 6 0 4 0 F</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8F7"/>
        </a:solidFill>
      </p:bgPr>
    </p:bg>
    <p:spTree>
      <p:nvGrpSpPr>
        <p:cNvPr id="1" name=""/>
        <p:cNvGrpSpPr/>
        <p:nvPr/>
      </p:nvGrpSpPr>
      <p:grpSpPr>
        <a:xfrm>
          <a:off x="0" y="0"/>
          <a:ext cx="0" cy="0"/>
          <a:chOff x="0" y="0"/>
          <a:chExt cx="0" cy="0"/>
        </a:xfrm>
      </p:grpSpPr>
      <p:sp>
        <p:nvSpPr>
          <p:cNvPr id="2" name="Text 0"/>
          <p:cNvSpPr/>
          <p:nvPr/>
        </p:nvSpPr>
        <p:spPr>
          <a:xfrm>
            <a:off x="548640" y="566928"/>
            <a:ext cx="8229600" cy="310896"/>
          </a:xfrm>
          <a:prstGeom prst="rect">
            <a:avLst/>
          </a:prstGeom>
          <a:noFill/>
          <a:ln/>
        </p:spPr>
        <p:txBody>
          <a:bodyPr wrap="square" lIns="0" tIns="0" rIns="0" bIns="0" rtlCol="0" anchor="ctr"/>
          <a:lstStyle/>
          <a:p>
            <a:pPr indent="0" marL="0">
              <a:buNone/>
            </a:pPr>
            <a:r>
              <a:rPr lang="en-US" sz="1200" b="1" spc="200" kern="0" dirty="0">
                <a:solidFill>
                  <a:srgbClr val="4CA199"/>
                </a:solidFill>
                <a:latin typeface="Courier New" pitchFamily="34" charset="0"/>
                <a:ea typeface="Courier New" pitchFamily="34" charset="-122"/>
                <a:cs typeface="Courier New" pitchFamily="34" charset="-120"/>
              </a:rPr>
              <a:t>DATA</a:t>
            </a:r>
            <a:endParaRPr lang="en-US" sz="1200" dirty="0"/>
          </a:p>
        </p:txBody>
      </p:sp>
      <p:sp>
        <p:nvSpPr>
          <p:cNvPr id="3" name="Text 1"/>
          <p:cNvSpPr/>
          <p:nvPr/>
        </p:nvSpPr>
        <p:spPr>
          <a:xfrm>
            <a:off x="548640" y="841248"/>
            <a:ext cx="10058400" cy="603504"/>
          </a:xfrm>
          <a:prstGeom prst="rect">
            <a:avLst/>
          </a:prstGeom>
          <a:noFill/>
          <a:ln/>
        </p:spPr>
        <p:txBody>
          <a:bodyPr wrap="square" lIns="0" tIns="0" rIns="0" bIns="0" rtlCol="0" anchor="ctr"/>
          <a:lstStyle/>
          <a:p>
            <a:pPr indent="0" marL="0">
              <a:buNone/>
            </a:pPr>
            <a:r>
              <a:rPr lang="en-US" sz="3000" b="1" dirty="0">
                <a:solidFill>
                  <a:srgbClr val="1F2D2B"/>
                </a:solidFill>
                <a:latin typeface="Arial" pitchFamily="34" charset="0"/>
                <a:ea typeface="Arial" pitchFamily="34" charset="-122"/>
                <a:cs typeface="Arial" pitchFamily="34" charset="-120"/>
              </a:rPr>
              <a:t>データの確認と書き出し</a:t>
            </a:r>
            <a:endParaRPr lang="en-US" sz="3000" dirty="0"/>
          </a:p>
        </p:txBody>
      </p:sp>
      <p:sp>
        <p:nvSpPr>
          <p:cNvPr id="4" name="Shape 2"/>
          <p:cNvSpPr/>
          <p:nvPr/>
        </p:nvSpPr>
        <p:spPr>
          <a:xfrm>
            <a:off x="563728" y="2331720"/>
            <a:ext cx="3383280" cy="3108960"/>
          </a:xfrm>
          <a:prstGeom prst="roundRect">
            <a:avLst>
              <a:gd name="adj" fmla="val 3529"/>
            </a:avLst>
          </a:prstGeom>
          <a:solidFill>
            <a:srgbClr val="FFFFFF"/>
          </a:solidFill>
          <a:ln/>
          <a:effectLst>
            <a:outerShdw sx="100000" sy="100000" kx="0" ky="0" algn="bl" rotWithShape="0" blurRad="114300" dist="38100" dir="5400000">
              <a:srgbClr val="000000">
                <a:alpha val="10000"/>
              </a:srgbClr>
            </a:outerShdw>
          </a:effectLst>
        </p:spPr>
      </p:sp>
      <p:sp>
        <p:nvSpPr>
          <p:cNvPr id="5" name="Shape 3"/>
          <p:cNvSpPr/>
          <p:nvPr/>
        </p:nvSpPr>
        <p:spPr>
          <a:xfrm>
            <a:off x="1706728" y="2743200"/>
            <a:ext cx="1097280" cy="1097280"/>
          </a:xfrm>
          <a:prstGeom prst="ellipse">
            <a:avLst/>
          </a:prstGeom>
          <a:solidFill>
            <a:srgbClr val="E8F1EE"/>
          </a:solidFill>
          <a:ln/>
        </p:spPr>
      </p:sp>
      <p:pic>
        <p:nvPicPr>
          <p:cNvPr id="6" name="Image 0" descr="preencoded.png">    </p:cNvPr>
          <p:cNvPicPr>
            <a:picLocks noChangeAspect="1"/>
          </p:cNvPicPr>
          <p:nvPr/>
        </p:nvPicPr>
        <p:blipFill>
          <a:blip r:embed="rId1"/>
          <a:stretch>
            <a:fillRect/>
          </a:stretch>
        </p:blipFill>
        <p:spPr>
          <a:xfrm>
            <a:off x="1944472" y="2980944"/>
            <a:ext cx="621792" cy="621792"/>
          </a:xfrm>
          <a:prstGeom prst="rect">
            <a:avLst/>
          </a:prstGeom>
        </p:spPr>
      </p:pic>
      <p:sp>
        <p:nvSpPr>
          <p:cNvPr id="7" name="Text 4"/>
          <p:cNvSpPr/>
          <p:nvPr/>
        </p:nvSpPr>
        <p:spPr>
          <a:xfrm>
            <a:off x="563728" y="4023360"/>
            <a:ext cx="3383280" cy="457200"/>
          </a:xfrm>
          <a:prstGeom prst="rect">
            <a:avLst/>
          </a:prstGeom>
          <a:noFill/>
          <a:ln/>
        </p:spPr>
        <p:txBody>
          <a:bodyPr wrap="square" rtlCol="0" anchor="ctr"/>
          <a:lstStyle/>
          <a:p>
            <a:pPr algn="ctr" indent="0" marL="0">
              <a:buNone/>
            </a:pPr>
            <a:r>
              <a:rPr lang="en-US" sz="1800" b="1" dirty="0">
                <a:solidFill>
                  <a:srgbClr val="1F2D2B"/>
                </a:solidFill>
                <a:latin typeface="Arial" pitchFamily="34" charset="0"/>
                <a:ea typeface="Arial" pitchFamily="34" charset="-122"/>
                <a:cs typeface="Arial" pitchFamily="34" charset="-120"/>
              </a:rPr>
              <a:t>CSV書き出し</a:t>
            </a:r>
            <a:endParaRPr lang="en-US" sz="1800" dirty="0"/>
          </a:p>
        </p:txBody>
      </p:sp>
      <p:sp>
        <p:nvSpPr>
          <p:cNvPr id="8" name="Text 5"/>
          <p:cNvSpPr/>
          <p:nvPr/>
        </p:nvSpPr>
        <p:spPr>
          <a:xfrm>
            <a:off x="883768" y="4526280"/>
            <a:ext cx="2743200" cy="822960"/>
          </a:xfrm>
          <a:prstGeom prst="rect">
            <a:avLst/>
          </a:prstGeom>
          <a:noFill/>
          <a:ln/>
        </p:spPr>
        <p:txBody>
          <a:bodyPr wrap="square" rtlCol="0" anchor="ctr"/>
          <a:lstStyle/>
          <a:p>
            <a:pPr algn="ctr" indent="0" marL="0">
              <a:lnSpc>
                <a:spcPct val="118000"/>
              </a:lnSpc>
              <a:buNone/>
            </a:pPr>
            <a:r>
              <a:rPr lang="en-US" sz="1250" dirty="0">
                <a:solidFill>
                  <a:srgbClr val="6E827E"/>
                </a:solidFill>
                <a:latin typeface="Arial" pitchFamily="34" charset="0"/>
                <a:ea typeface="Arial" pitchFamily="34" charset="-122"/>
                <a:cs typeface="Arial" pitchFamily="34" charset="-120"/>
              </a:rPr>
              <a:t>特典取得者・スタンプ取得者の一覧をCSVでダウンロード。集計や名簿づくりに。</a:t>
            </a:r>
            <a:endParaRPr lang="en-US" sz="1250" dirty="0"/>
          </a:p>
        </p:txBody>
      </p:sp>
      <p:sp>
        <p:nvSpPr>
          <p:cNvPr id="9" name="Shape 6"/>
          <p:cNvSpPr/>
          <p:nvPr/>
        </p:nvSpPr>
        <p:spPr>
          <a:xfrm>
            <a:off x="4404208" y="2331720"/>
            <a:ext cx="3383280" cy="3108960"/>
          </a:xfrm>
          <a:prstGeom prst="roundRect">
            <a:avLst>
              <a:gd name="adj" fmla="val 3529"/>
            </a:avLst>
          </a:prstGeom>
          <a:solidFill>
            <a:srgbClr val="FFFFFF"/>
          </a:solidFill>
          <a:ln/>
          <a:effectLst>
            <a:outerShdw sx="100000" sy="100000" kx="0" ky="0" algn="bl" rotWithShape="0" blurRad="114300" dist="38100" dir="5400000">
              <a:srgbClr val="000000">
                <a:alpha val="10000"/>
              </a:srgbClr>
            </a:outerShdw>
          </a:effectLst>
        </p:spPr>
      </p:sp>
      <p:sp>
        <p:nvSpPr>
          <p:cNvPr id="10" name="Shape 7"/>
          <p:cNvSpPr/>
          <p:nvPr/>
        </p:nvSpPr>
        <p:spPr>
          <a:xfrm>
            <a:off x="5547208" y="2743200"/>
            <a:ext cx="1097280" cy="1097280"/>
          </a:xfrm>
          <a:prstGeom prst="ellipse">
            <a:avLst/>
          </a:prstGeom>
          <a:solidFill>
            <a:srgbClr val="E8F1EE"/>
          </a:solidFill>
          <a:ln/>
        </p:spPr>
      </p:sp>
      <p:pic>
        <p:nvPicPr>
          <p:cNvPr id="11" name="Image 1" descr="preencoded.png">    </p:cNvPr>
          <p:cNvPicPr>
            <a:picLocks noChangeAspect="1"/>
          </p:cNvPicPr>
          <p:nvPr/>
        </p:nvPicPr>
        <p:blipFill>
          <a:blip r:embed="rId2"/>
          <a:stretch>
            <a:fillRect/>
          </a:stretch>
        </p:blipFill>
        <p:spPr>
          <a:xfrm>
            <a:off x="5784952" y="2980944"/>
            <a:ext cx="621792" cy="621792"/>
          </a:xfrm>
          <a:prstGeom prst="rect">
            <a:avLst/>
          </a:prstGeom>
        </p:spPr>
      </p:pic>
      <p:sp>
        <p:nvSpPr>
          <p:cNvPr id="12" name="Text 8"/>
          <p:cNvSpPr/>
          <p:nvPr/>
        </p:nvSpPr>
        <p:spPr>
          <a:xfrm>
            <a:off x="4404208" y="4023360"/>
            <a:ext cx="3383280" cy="457200"/>
          </a:xfrm>
          <a:prstGeom prst="rect">
            <a:avLst/>
          </a:prstGeom>
          <a:noFill/>
          <a:ln/>
        </p:spPr>
        <p:txBody>
          <a:bodyPr wrap="square" rtlCol="0" anchor="ctr"/>
          <a:lstStyle/>
          <a:p>
            <a:pPr algn="ctr" indent="0" marL="0">
              <a:buNone/>
            </a:pPr>
            <a:r>
              <a:rPr lang="en-US" sz="1800" b="1" dirty="0">
                <a:solidFill>
                  <a:srgbClr val="1F2D2B"/>
                </a:solidFill>
                <a:latin typeface="Arial" pitchFamily="34" charset="0"/>
                <a:ea typeface="Arial" pitchFamily="34" charset="-122"/>
                <a:cs typeface="Arial" pitchFamily="34" charset="-120"/>
              </a:rPr>
              <a:t>取得者一覧</a:t>
            </a:r>
            <a:endParaRPr lang="en-US" sz="1800" dirty="0"/>
          </a:p>
        </p:txBody>
      </p:sp>
      <p:sp>
        <p:nvSpPr>
          <p:cNvPr id="13" name="Text 9"/>
          <p:cNvSpPr/>
          <p:nvPr/>
        </p:nvSpPr>
        <p:spPr>
          <a:xfrm>
            <a:off x="4724248" y="4526280"/>
            <a:ext cx="2743200" cy="822960"/>
          </a:xfrm>
          <a:prstGeom prst="rect">
            <a:avLst/>
          </a:prstGeom>
          <a:noFill/>
          <a:ln/>
        </p:spPr>
        <p:txBody>
          <a:bodyPr wrap="square" rtlCol="0" anchor="ctr"/>
          <a:lstStyle/>
          <a:p>
            <a:pPr algn="ctr" indent="0" marL="0">
              <a:lnSpc>
                <a:spcPct val="118000"/>
              </a:lnSpc>
              <a:buNone/>
            </a:pPr>
            <a:r>
              <a:rPr lang="en-US" sz="1250" dirty="0">
                <a:solidFill>
                  <a:srgbClr val="6E827E"/>
                </a:solidFill>
                <a:latin typeface="Arial" pitchFamily="34" charset="0"/>
                <a:ea typeface="Arial" pitchFamily="34" charset="-122"/>
                <a:cs typeface="Arial" pitchFamily="34" charset="-120"/>
              </a:rPr>
              <a:t>誰がどの特典を引き換え済みかを管理画面で確認。引き換え状態も一目で。</a:t>
            </a:r>
            <a:endParaRPr lang="en-US" sz="1250" dirty="0"/>
          </a:p>
        </p:txBody>
      </p:sp>
      <p:sp>
        <p:nvSpPr>
          <p:cNvPr id="14" name="Shape 10"/>
          <p:cNvSpPr/>
          <p:nvPr/>
        </p:nvSpPr>
        <p:spPr>
          <a:xfrm>
            <a:off x="8244688" y="2331720"/>
            <a:ext cx="3383280" cy="3108960"/>
          </a:xfrm>
          <a:prstGeom prst="roundRect">
            <a:avLst>
              <a:gd name="adj" fmla="val 3529"/>
            </a:avLst>
          </a:prstGeom>
          <a:solidFill>
            <a:srgbClr val="FFFFFF"/>
          </a:solidFill>
          <a:ln/>
          <a:effectLst>
            <a:outerShdw sx="100000" sy="100000" kx="0" ky="0" algn="bl" rotWithShape="0" blurRad="114300" dist="38100" dir="5400000">
              <a:srgbClr val="000000">
                <a:alpha val="10000"/>
              </a:srgbClr>
            </a:outerShdw>
          </a:effectLst>
        </p:spPr>
      </p:sp>
      <p:sp>
        <p:nvSpPr>
          <p:cNvPr id="15" name="Shape 11"/>
          <p:cNvSpPr/>
          <p:nvPr/>
        </p:nvSpPr>
        <p:spPr>
          <a:xfrm>
            <a:off x="9387688" y="2743200"/>
            <a:ext cx="1097280" cy="1097280"/>
          </a:xfrm>
          <a:prstGeom prst="ellipse">
            <a:avLst/>
          </a:prstGeom>
          <a:solidFill>
            <a:srgbClr val="E8F1EE"/>
          </a:solidFill>
          <a:ln/>
        </p:spPr>
      </p:sp>
      <p:pic>
        <p:nvPicPr>
          <p:cNvPr id="16" name="Image 2" descr="preencoded.png">    </p:cNvPr>
          <p:cNvPicPr>
            <a:picLocks noChangeAspect="1"/>
          </p:cNvPicPr>
          <p:nvPr/>
        </p:nvPicPr>
        <p:blipFill>
          <a:blip r:embed="rId3"/>
          <a:stretch>
            <a:fillRect/>
          </a:stretch>
        </p:blipFill>
        <p:spPr>
          <a:xfrm>
            <a:off x="9625432" y="2980944"/>
            <a:ext cx="621792" cy="621792"/>
          </a:xfrm>
          <a:prstGeom prst="rect">
            <a:avLst/>
          </a:prstGeom>
        </p:spPr>
      </p:pic>
      <p:sp>
        <p:nvSpPr>
          <p:cNvPr id="17" name="Text 12"/>
          <p:cNvSpPr/>
          <p:nvPr/>
        </p:nvSpPr>
        <p:spPr>
          <a:xfrm>
            <a:off x="8244688" y="4023360"/>
            <a:ext cx="3383280" cy="457200"/>
          </a:xfrm>
          <a:prstGeom prst="rect">
            <a:avLst/>
          </a:prstGeom>
          <a:noFill/>
          <a:ln/>
        </p:spPr>
        <p:txBody>
          <a:bodyPr wrap="square" rtlCol="0" anchor="ctr"/>
          <a:lstStyle/>
          <a:p>
            <a:pPr algn="ctr" indent="0" marL="0">
              <a:buNone/>
            </a:pPr>
            <a:r>
              <a:rPr lang="en-US" sz="1800" b="1" dirty="0">
                <a:solidFill>
                  <a:srgbClr val="1F2D2B"/>
                </a:solidFill>
                <a:latin typeface="Arial" pitchFamily="34" charset="0"/>
                <a:ea typeface="Arial" pitchFamily="34" charset="-122"/>
                <a:cs typeface="Arial" pitchFamily="34" charset="-120"/>
              </a:rPr>
              <a:t>取得数の把握</a:t>
            </a:r>
            <a:endParaRPr lang="en-US" sz="1800" dirty="0"/>
          </a:p>
        </p:txBody>
      </p:sp>
      <p:sp>
        <p:nvSpPr>
          <p:cNvPr id="18" name="Text 13"/>
          <p:cNvSpPr/>
          <p:nvPr/>
        </p:nvSpPr>
        <p:spPr>
          <a:xfrm>
            <a:off x="8564728" y="4526280"/>
            <a:ext cx="2743200" cy="822960"/>
          </a:xfrm>
          <a:prstGeom prst="rect">
            <a:avLst/>
          </a:prstGeom>
          <a:noFill/>
          <a:ln/>
        </p:spPr>
        <p:txBody>
          <a:bodyPr wrap="square" rtlCol="0" anchor="ctr"/>
          <a:lstStyle/>
          <a:p>
            <a:pPr algn="ctr" indent="0" marL="0">
              <a:lnSpc>
                <a:spcPct val="118000"/>
              </a:lnSpc>
              <a:buNone/>
            </a:pPr>
            <a:r>
              <a:rPr lang="en-US" sz="1250" dirty="0">
                <a:solidFill>
                  <a:srgbClr val="6E827E"/>
                </a:solidFill>
                <a:latin typeface="Arial" pitchFamily="34" charset="0"/>
                <a:ea typeface="Arial" pitchFamily="34" charset="-122"/>
                <a:cs typeface="Arial" pitchFamily="34" charset="-120"/>
              </a:rPr>
              <a:t>イベントごとのスタンプ取得数が残るので、リピート来場の傾向もわかります。</a:t>
            </a:r>
            <a:endParaRPr lang="en-US" sz="1250" dirty="0"/>
          </a:p>
        </p:txBody>
      </p:sp>
      <p:sp>
        <p:nvSpPr>
          <p:cNvPr id="19" name="Text 14"/>
          <p:cNvSpPr/>
          <p:nvPr/>
        </p:nvSpPr>
        <p:spPr>
          <a:xfrm>
            <a:off x="548640" y="5943600"/>
            <a:ext cx="11064240" cy="365760"/>
          </a:xfrm>
          <a:prstGeom prst="rect">
            <a:avLst/>
          </a:prstGeom>
          <a:noFill/>
          <a:ln/>
        </p:spPr>
        <p:txBody>
          <a:bodyPr wrap="square" rtlCol="0" anchor="ctr"/>
          <a:lstStyle/>
          <a:p>
            <a:pPr algn="ctr" indent="0" marL="0">
              <a:buNone/>
            </a:pPr>
            <a:r>
              <a:rPr lang="en-US" sz="1200" i="1" dirty="0">
                <a:solidFill>
                  <a:srgbClr val="6E827E"/>
                </a:solidFill>
                <a:latin typeface="Arial" pitchFamily="34" charset="0"/>
                <a:ea typeface="Arial" pitchFamily="34" charset="-122"/>
                <a:cs typeface="Arial" pitchFamily="34" charset="-120"/>
              </a:rPr>
              <a:t>プロジェクト削除はオーナーがいつでも実行できます（配下のイベント・スタンプも削除されます）。</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777240"/>
            <a:ext cx="12191695" cy="365760"/>
          </a:xfrm>
          <a:prstGeom prst="rect">
            <a:avLst/>
          </a:prstGeom>
          <a:noFill/>
          <a:ln/>
        </p:spPr>
        <p:txBody>
          <a:bodyPr wrap="square" rtlCol="0" anchor="ctr"/>
          <a:lstStyle/>
          <a:p>
            <a:pPr algn="ctr" indent="0" marL="0">
              <a:buNone/>
            </a:pPr>
            <a:r>
              <a:rPr lang="en-US" sz="1400" b="1" spc="200" kern="0" dirty="0">
                <a:solidFill>
                  <a:srgbClr val="9FC8C0"/>
                </a:solidFill>
                <a:latin typeface="Courier New" pitchFamily="34" charset="0"/>
                <a:ea typeface="Courier New" pitchFamily="34" charset="-122"/>
                <a:cs typeface="Courier New" pitchFamily="34" charset="-120"/>
              </a:rPr>
              <a:t>LIVE STAMP · Owner</a:t>
            </a:r>
            <a:endParaRPr lang="en-US" sz="1400" dirty="0"/>
          </a:p>
        </p:txBody>
      </p:sp>
      <p:sp>
        <p:nvSpPr>
          <p:cNvPr id="3" name="Text 1"/>
          <p:cNvSpPr/>
          <p:nvPr/>
        </p:nvSpPr>
        <p:spPr>
          <a:xfrm>
            <a:off x="0" y="1234440"/>
            <a:ext cx="12191695" cy="822960"/>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かざす、貯まる、もらえる。</a:t>
            </a:r>
            <a:endParaRPr lang="en-US" sz="3800" dirty="0"/>
          </a:p>
        </p:txBody>
      </p:sp>
      <p:sp>
        <p:nvSpPr>
          <p:cNvPr id="4" name="Shape 2"/>
          <p:cNvSpPr/>
          <p:nvPr/>
        </p:nvSpPr>
        <p:spPr>
          <a:xfrm>
            <a:off x="545440" y="2651760"/>
            <a:ext cx="2487168" cy="2286000"/>
          </a:xfrm>
          <a:prstGeom prst="roundRect">
            <a:avLst>
              <a:gd name="adj" fmla="val 4800"/>
            </a:avLst>
          </a:prstGeom>
          <a:solidFill>
            <a:srgbClr val="FFFFFF">
              <a:alpha val="94000"/>
            </a:srgbClr>
          </a:solidFill>
          <a:ln/>
          <a:effectLst>
            <a:outerShdw sx="100000" sy="100000" kx="0" ky="0" algn="bl" rotWithShape="0" blurRad="114300" dist="38100" dir="5400000">
              <a:srgbClr val="000000">
                <a:alpha val="10000"/>
              </a:srgbClr>
            </a:outerShdw>
          </a:effectLst>
        </p:spPr>
      </p:sp>
      <p:sp>
        <p:nvSpPr>
          <p:cNvPr id="5" name="Shape 3"/>
          <p:cNvSpPr/>
          <p:nvPr/>
        </p:nvSpPr>
        <p:spPr>
          <a:xfrm>
            <a:off x="1331824" y="2944368"/>
            <a:ext cx="914400" cy="914400"/>
          </a:xfrm>
          <a:prstGeom prst="ellipse">
            <a:avLst/>
          </a:prstGeom>
          <a:solidFill>
            <a:srgbClr val="E8F1EE"/>
          </a:solidFill>
          <a:ln/>
        </p:spPr>
      </p:sp>
      <p:pic>
        <p:nvPicPr>
          <p:cNvPr id="6" name="Image 0" descr="preencoded.png">    </p:cNvPr>
          <p:cNvPicPr>
            <a:picLocks noChangeAspect="1"/>
          </p:cNvPicPr>
          <p:nvPr/>
        </p:nvPicPr>
        <p:blipFill>
          <a:blip r:embed="rId2"/>
          <a:stretch>
            <a:fillRect/>
          </a:stretch>
        </p:blipFill>
        <p:spPr>
          <a:xfrm>
            <a:off x="1514704" y="3127248"/>
            <a:ext cx="548640" cy="548640"/>
          </a:xfrm>
          <a:prstGeom prst="rect">
            <a:avLst/>
          </a:prstGeom>
        </p:spPr>
      </p:pic>
      <p:sp>
        <p:nvSpPr>
          <p:cNvPr id="7" name="Text 4"/>
          <p:cNvSpPr/>
          <p:nvPr/>
        </p:nvSpPr>
        <p:spPr>
          <a:xfrm>
            <a:off x="545440" y="3931920"/>
            <a:ext cx="2487168" cy="365760"/>
          </a:xfrm>
          <a:prstGeom prst="rect">
            <a:avLst/>
          </a:prstGeom>
          <a:noFill/>
          <a:ln/>
        </p:spPr>
        <p:txBody>
          <a:bodyPr wrap="square" rtlCol="0" anchor="ctr"/>
          <a:lstStyle/>
          <a:p>
            <a:pPr algn="ctr" indent="0" marL="0">
              <a:buNone/>
            </a:pPr>
            <a:r>
              <a:rPr lang="en-US" sz="1600" b="1" dirty="0">
                <a:solidFill>
                  <a:srgbClr val="1F2D2B"/>
                </a:solidFill>
                <a:latin typeface="Arial" pitchFamily="34" charset="0"/>
                <a:ea typeface="Arial" pitchFamily="34" charset="-122"/>
                <a:cs typeface="Arial" pitchFamily="34" charset="-120"/>
              </a:rPr>
              <a:t>登録・申請</a:t>
            </a:r>
            <a:endParaRPr lang="en-US" sz="1600" dirty="0"/>
          </a:p>
        </p:txBody>
      </p:sp>
      <p:sp>
        <p:nvSpPr>
          <p:cNvPr id="8" name="Text 5"/>
          <p:cNvSpPr/>
          <p:nvPr/>
        </p:nvSpPr>
        <p:spPr>
          <a:xfrm>
            <a:off x="728320" y="4315968"/>
            <a:ext cx="2121408" cy="548640"/>
          </a:xfrm>
          <a:prstGeom prst="rect">
            <a:avLst/>
          </a:prstGeom>
          <a:noFill/>
          <a:ln/>
        </p:spPr>
        <p:txBody>
          <a:bodyPr wrap="square" rtlCol="0" anchor="ctr"/>
          <a:lstStyle/>
          <a:p>
            <a:pPr algn="ctr" indent="0" marL="0">
              <a:lnSpc>
                <a:spcPct val="110000"/>
              </a:lnSpc>
              <a:buNone/>
            </a:pPr>
            <a:r>
              <a:rPr lang="en-US" sz="1150" dirty="0">
                <a:solidFill>
                  <a:srgbClr val="6E827E"/>
                </a:solidFill>
                <a:latin typeface="Arial" pitchFamily="34" charset="0"/>
                <a:ea typeface="Arial" pitchFamily="34" charset="-122"/>
                <a:cs typeface="Arial" pitchFamily="34" charset="-120"/>
              </a:rPr>
              <a:t>アカウント作成 → 申請 → 承認</a:t>
            </a:r>
            <a:endParaRPr lang="en-US" sz="1150" dirty="0"/>
          </a:p>
        </p:txBody>
      </p:sp>
      <p:sp>
        <p:nvSpPr>
          <p:cNvPr id="9" name="Shape 6"/>
          <p:cNvSpPr/>
          <p:nvPr/>
        </p:nvSpPr>
        <p:spPr>
          <a:xfrm>
            <a:off x="3416656" y="2651760"/>
            <a:ext cx="2487168" cy="2286000"/>
          </a:xfrm>
          <a:prstGeom prst="roundRect">
            <a:avLst>
              <a:gd name="adj" fmla="val 4800"/>
            </a:avLst>
          </a:prstGeom>
          <a:solidFill>
            <a:srgbClr val="FFFFFF">
              <a:alpha val="94000"/>
            </a:srgbClr>
          </a:solidFill>
          <a:ln/>
          <a:effectLst>
            <a:outerShdw sx="100000" sy="100000" kx="0" ky="0" algn="bl" rotWithShape="0" blurRad="114300" dist="38100" dir="5400000">
              <a:srgbClr val="000000">
                <a:alpha val="10000"/>
              </a:srgbClr>
            </a:outerShdw>
          </a:effectLst>
        </p:spPr>
      </p:sp>
      <p:sp>
        <p:nvSpPr>
          <p:cNvPr id="10" name="Shape 7"/>
          <p:cNvSpPr/>
          <p:nvPr/>
        </p:nvSpPr>
        <p:spPr>
          <a:xfrm>
            <a:off x="4203040" y="2944368"/>
            <a:ext cx="914400" cy="914400"/>
          </a:xfrm>
          <a:prstGeom prst="ellipse">
            <a:avLst/>
          </a:prstGeom>
          <a:solidFill>
            <a:srgbClr val="E8F1EE"/>
          </a:solidFill>
          <a:ln/>
        </p:spPr>
      </p:sp>
      <p:pic>
        <p:nvPicPr>
          <p:cNvPr id="11" name="Image 1" descr="preencoded.png">    </p:cNvPr>
          <p:cNvPicPr>
            <a:picLocks noChangeAspect="1"/>
          </p:cNvPicPr>
          <p:nvPr/>
        </p:nvPicPr>
        <p:blipFill>
          <a:blip r:embed="rId3"/>
          <a:stretch>
            <a:fillRect/>
          </a:stretch>
        </p:blipFill>
        <p:spPr>
          <a:xfrm>
            <a:off x="4385920" y="3127248"/>
            <a:ext cx="548640" cy="548640"/>
          </a:xfrm>
          <a:prstGeom prst="rect">
            <a:avLst/>
          </a:prstGeom>
        </p:spPr>
      </p:pic>
      <p:sp>
        <p:nvSpPr>
          <p:cNvPr id="12" name="Text 8"/>
          <p:cNvSpPr/>
          <p:nvPr/>
        </p:nvSpPr>
        <p:spPr>
          <a:xfrm>
            <a:off x="3416656" y="3931920"/>
            <a:ext cx="2487168" cy="365760"/>
          </a:xfrm>
          <a:prstGeom prst="rect">
            <a:avLst/>
          </a:prstGeom>
          <a:noFill/>
          <a:ln/>
        </p:spPr>
        <p:txBody>
          <a:bodyPr wrap="square" rtlCol="0" anchor="ctr"/>
          <a:lstStyle/>
          <a:p>
            <a:pPr algn="ctr" indent="0" marL="0">
              <a:buNone/>
            </a:pPr>
            <a:r>
              <a:rPr lang="en-US" sz="1600" b="1" dirty="0">
                <a:solidFill>
                  <a:srgbClr val="1F2D2B"/>
                </a:solidFill>
                <a:latin typeface="Arial" pitchFamily="34" charset="0"/>
                <a:ea typeface="Arial" pitchFamily="34" charset="-122"/>
                <a:cs typeface="Arial" pitchFamily="34" charset="-120"/>
              </a:rPr>
              <a:t>イベント作成</a:t>
            </a:r>
            <a:endParaRPr lang="en-US" sz="1600" dirty="0"/>
          </a:p>
        </p:txBody>
      </p:sp>
      <p:sp>
        <p:nvSpPr>
          <p:cNvPr id="13" name="Text 9"/>
          <p:cNvSpPr/>
          <p:nvPr/>
        </p:nvSpPr>
        <p:spPr>
          <a:xfrm>
            <a:off x="3599536" y="4315968"/>
            <a:ext cx="2121408" cy="548640"/>
          </a:xfrm>
          <a:prstGeom prst="rect">
            <a:avLst/>
          </a:prstGeom>
          <a:noFill/>
          <a:ln/>
        </p:spPr>
        <p:txBody>
          <a:bodyPr wrap="square" rtlCol="0" anchor="ctr"/>
          <a:lstStyle/>
          <a:p>
            <a:pPr algn="ctr" indent="0" marL="0">
              <a:lnSpc>
                <a:spcPct val="110000"/>
              </a:lnSpc>
              <a:buNone/>
            </a:pPr>
            <a:r>
              <a:rPr lang="en-US" sz="1150" dirty="0">
                <a:solidFill>
                  <a:srgbClr val="6E827E"/>
                </a:solidFill>
                <a:latin typeface="Arial" pitchFamily="34" charset="0"/>
                <a:ea typeface="Arial" pitchFamily="34" charset="-122"/>
                <a:cs typeface="Arial" pitchFamily="34" charset="-120"/>
              </a:rPr>
              <a:t>ライブごとに作成し、QRを掲示</a:t>
            </a:r>
            <a:endParaRPr lang="en-US" sz="1150" dirty="0"/>
          </a:p>
        </p:txBody>
      </p:sp>
      <p:sp>
        <p:nvSpPr>
          <p:cNvPr id="14" name="Shape 10"/>
          <p:cNvSpPr/>
          <p:nvPr/>
        </p:nvSpPr>
        <p:spPr>
          <a:xfrm>
            <a:off x="6287872" y="2651760"/>
            <a:ext cx="2487168" cy="2286000"/>
          </a:xfrm>
          <a:prstGeom prst="roundRect">
            <a:avLst>
              <a:gd name="adj" fmla="val 4800"/>
            </a:avLst>
          </a:prstGeom>
          <a:solidFill>
            <a:srgbClr val="FFFFFF">
              <a:alpha val="94000"/>
            </a:srgbClr>
          </a:solidFill>
          <a:ln/>
          <a:effectLst>
            <a:outerShdw sx="100000" sy="100000" kx="0" ky="0" algn="bl" rotWithShape="0" blurRad="114300" dist="38100" dir="5400000">
              <a:srgbClr val="000000">
                <a:alpha val="10000"/>
              </a:srgbClr>
            </a:outerShdw>
          </a:effectLst>
        </p:spPr>
      </p:sp>
      <p:sp>
        <p:nvSpPr>
          <p:cNvPr id="15" name="Shape 11"/>
          <p:cNvSpPr/>
          <p:nvPr/>
        </p:nvSpPr>
        <p:spPr>
          <a:xfrm>
            <a:off x="7074256" y="2944368"/>
            <a:ext cx="914400" cy="914400"/>
          </a:xfrm>
          <a:prstGeom prst="ellipse">
            <a:avLst/>
          </a:prstGeom>
          <a:solidFill>
            <a:srgbClr val="E8F1EE"/>
          </a:solidFill>
          <a:ln/>
        </p:spPr>
      </p:sp>
      <p:pic>
        <p:nvPicPr>
          <p:cNvPr id="16" name="Image 2" descr="preencoded.png">    </p:cNvPr>
          <p:cNvPicPr>
            <a:picLocks noChangeAspect="1"/>
          </p:cNvPicPr>
          <p:nvPr/>
        </p:nvPicPr>
        <p:blipFill>
          <a:blip r:embed="rId4"/>
          <a:stretch>
            <a:fillRect/>
          </a:stretch>
        </p:blipFill>
        <p:spPr>
          <a:xfrm>
            <a:off x="7257136" y="3127248"/>
            <a:ext cx="548640" cy="548640"/>
          </a:xfrm>
          <a:prstGeom prst="rect">
            <a:avLst/>
          </a:prstGeom>
        </p:spPr>
      </p:pic>
      <p:sp>
        <p:nvSpPr>
          <p:cNvPr id="17" name="Text 12"/>
          <p:cNvSpPr/>
          <p:nvPr/>
        </p:nvSpPr>
        <p:spPr>
          <a:xfrm>
            <a:off x="6287872" y="3931920"/>
            <a:ext cx="2487168" cy="365760"/>
          </a:xfrm>
          <a:prstGeom prst="rect">
            <a:avLst/>
          </a:prstGeom>
          <a:noFill/>
          <a:ln/>
        </p:spPr>
        <p:txBody>
          <a:bodyPr wrap="square" rtlCol="0" anchor="ctr"/>
          <a:lstStyle/>
          <a:p>
            <a:pPr algn="ctr" indent="0" marL="0">
              <a:buNone/>
            </a:pPr>
            <a:r>
              <a:rPr lang="en-US" sz="1600" b="1" dirty="0">
                <a:solidFill>
                  <a:srgbClr val="1F2D2B"/>
                </a:solidFill>
                <a:latin typeface="Arial" pitchFamily="34" charset="0"/>
                <a:ea typeface="Arial" pitchFamily="34" charset="-122"/>
                <a:cs typeface="Arial" pitchFamily="34" charset="-120"/>
              </a:rPr>
              <a:t>特典を設定</a:t>
            </a:r>
            <a:endParaRPr lang="en-US" sz="1600" dirty="0"/>
          </a:p>
        </p:txBody>
      </p:sp>
      <p:sp>
        <p:nvSpPr>
          <p:cNvPr id="18" name="Text 13"/>
          <p:cNvSpPr/>
          <p:nvPr/>
        </p:nvSpPr>
        <p:spPr>
          <a:xfrm>
            <a:off x="6470752" y="4315968"/>
            <a:ext cx="2121408" cy="548640"/>
          </a:xfrm>
          <a:prstGeom prst="rect">
            <a:avLst/>
          </a:prstGeom>
          <a:noFill/>
          <a:ln/>
        </p:spPr>
        <p:txBody>
          <a:bodyPr wrap="square" rtlCol="0" anchor="ctr"/>
          <a:lstStyle/>
          <a:p>
            <a:pPr algn="ctr" indent="0" marL="0">
              <a:lnSpc>
                <a:spcPct val="110000"/>
              </a:lnSpc>
              <a:buNone/>
            </a:pPr>
            <a:r>
              <a:rPr lang="en-US" sz="1150" dirty="0">
                <a:solidFill>
                  <a:srgbClr val="6E827E"/>
                </a:solidFill>
                <a:latin typeface="Arial" pitchFamily="34" charset="0"/>
                <a:ea typeface="Arial" pitchFamily="34" charset="-122"/>
                <a:cs typeface="Arial" pitchFamily="34" charset="-120"/>
              </a:rPr>
              <a:t>段階を設定すれば達成で自動付与</a:t>
            </a:r>
            <a:endParaRPr lang="en-US" sz="1150" dirty="0"/>
          </a:p>
        </p:txBody>
      </p:sp>
      <p:sp>
        <p:nvSpPr>
          <p:cNvPr id="19" name="Shape 14"/>
          <p:cNvSpPr/>
          <p:nvPr/>
        </p:nvSpPr>
        <p:spPr>
          <a:xfrm>
            <a:off x="9159088" y="2651760"/>
            <a:ext cx="2487168" cy="2286000"/>
          </a:xfrm>
          <a:prstGeom prst="roundRect">
            <a:avLst>
              <a:gd name="adj" fmla="val 4800"/>
            </a:avLst>
          </a:prstGeom>
          <a:solidFill>
            <a:srgbClr val="FFFFFF">
              <a:alpha val="94000"/>
            </a:srgbClr>
          </a:solidFill>
          <a:ln/>
          <a:effectLst>
            <a:outerShdw sx="100000" sy="100000" kx="0" ky="0" algn="bl" rotWithShape="0" blurRad="114300" dist="38100" dir="5400000">
              <a:srgbClr val="000000">
                <a:alpha val="10000"/>
              </a:srgbClr>
            </a:outerShdw>
          </a:effectLst>
        </p:spPr>
      </p:sp>
      <p:sp>
        <p:nvSpPr>
          <p:cNvPr id="20" name="Shape 15"/>
          <p:cNvSpPr/>
          <p:nvPr/>
        </p:nvSpPr>
        <p:spPr>
          <a:xfrm>
            <a:off x="9945472" y="2944368"/>
            <a:ext cx="914400" cy="914400"/>
          </a:xfrm>
          <a:prstGeom prst="ellipse">
            <a:avLst/>
          </a:prstGeom>
          <a:solidFill>
            <a:srgbClr val="E8F1EE"/>
          </a:solidFill>
          <a:ln/>
        </p:spPr>
      </p:sp>
      <p:pic>
        <p:nvPicPr>
          <p:cNvPr id="21" name="Image 3" descr="preencoded.png">    </p:cNvPr>
          <p:cNvPicPr>
            <a:picLocks noChangeAspect="1"/>
          </p:cNvPicPr>
          <p:nvPr/>
        </p:nvPicPr>
        <p:blipFill>
          <a:blip r:embed="rId5"/>
          <a:stretch>
            <a:fillRect/>
          </a:stretch>
        </p:blipFill>
        <p:spPr>
          <a:xfrm>
            <a:off x="10128352" y="3127248"/>
            <a:ext cx="548640" cy="548640"/>
          </a:xfrm>
          <a:prstGeom prst="rect">
            <a:avLst/>
          </a:prstGeom>
        </p:spPr>
      </p:pic>
      <p:sp>
        <p:nvSpPr>
          <p:cNvPr id="22" name="Text 16"/>
          <p:cNvSpPr/>
          <p:nvPr/>
        </p:nvSpPr>
        <p:spPr>
          <a:xfrm>
            <a:off x="9159088" y="3931920"/>
            <a:ext cx="2487168" cy="365760"/>
          </a:xfrm>
          <a:prstGeom prst="rect">
            <a:avLst/>
          </a:prstGeom>
          <a:noFill/>
          <a:ln/>
        </p:spPr>
        <p:txBody>
          <a:bodyPr wrap="square" rtlCol="0" anchor="ctr"/>
          <a:lstStyle/>
          <a:p>
            <a:pPr algn="ctr" indent="0" marL="0">
              <a:buNone/>
            </a:pPr>
            <a:r>
              <a:rPr lang="en-US" sz="1600" b="1" dirty="0">
                <a:solidFill>
                  <a:srgbClr val="1F2D2B"/>
                </a:solidFill>
                <a:latin typeface="Arial" pitchFamily="34" charset="0"/>
                <a:ea typeface="Arial" pitchFamily="34" charset="-122"/>
                <a:cs typeface="Arial" pitchFamily="34" charset="-120"/>
              </a:rPr>
              <a:t>引き換え</a:t>
            </a:r>
            <a:endParaRPr lang="en-US" sz="1600" dirty="0"/>
          </a:p>
        </p:txBody>
      </p:sp>
      <p:sp>
        <p:nvSpPr>
          <p:cNvPr id="23" name="Text 17"/>
          <p:cNvSpPr/>
          <p:nvPr/>
        </p:nvSpPr>
        <p:spPr>
          <a:xfrm>
            <a:off x="9341968" y="4315968"/>
            <a:ext cx="2121408" cy="548640"/>
          </a:xfrm>
          <a:prstGeom prst="rect">
            <a:avLst/>
          </a:prstGeom>
          <a:noFill/>
          <a:ln/>
        </p:spPr>
        <p:txBody>
          <a:bodyPr wrap="square" rtlCol="0" anchor="ctr"/>
          <a:lstStyle/>
          <a:p>
            <a:pPr algn="ctr" indent="0" marL="0">
              <a:lnSpc>
                <a:spcPct val="110000"/>
              </a:lnSpc>
              <a:buNone/>
            </a:pPr>
            <a:r>
              <a:rPr lang="en-US" sz="1150" dirty="0">
                <a:solidFill>
                  <a:srgbClr val="6E827E"/>
                </a:solidFill>
                <a:latin typeface="Arial" pitchFamily="34" charset="0"/>
                <a:ea typeface="Arial" pitchFamily="34" charset="-122"/>
                <a:cs typeface="Arial" pitchFamily="34" charset="-120"/>
              </a:rPr>
              <a:t>QRスキャンでお渡し完了</a:t>
            </a:r>
            <a:endParaRPr lang="en-US" sz="1150" dirty="0"/>
          </a:p>
        </p:txBody>
      </p:sp>
      <p:sp>
        <p:nvSpPr>
          <p:cNvPr id="24" name="Text 18"/>
          <p:cNvSpPr/>
          <p:nvPr/>
        </p:nvSpPr>
        <p:spPr>
          <a:xfrm>
            <a:off x="0" y="5440680"/>
            <a:ext cx="12191695" cy="365760"/>
          </a:xfrm>
          <a:prstGeom prst="rect">
            <a:avLst/>
          </a:prstGeom>
          <a:noFill/>
          <a:ln/>
        </p:spPr>
        <p:txBody>
          <a:bodyPr wrap="square" rtlCol="0" anchor="ctr"/>
          <a:lstStyle/>
          <a:p>
            <a:pPr algn="ctr" indent="0" marL="0">
              <a:buNone/>
            </a:pPr>
            <a:r>
              <a:rPr lang="en-US" sz="1350" dirty="0">
                <a:solidFill>
                  <a:srgbClr val="CFE3DE"/>
                </a:solidFill>
                <a:latin typeface="Arial" pitchFamily="34" charset="0"/>
                <a:ea typeface="Arial" pitchFamily="34" charset="-122"/>
                <a:cs typeface="Arial" pitchFamily="34" charset="-120"/>
              </a:rPr>
              <a:t>同じライブのスタンプは1回のみ。特典はプロジェクト単位の規定数で付与されます。</a:t>
            </a:r>
            <a:endParaRPr lang="en-US" sz="1350" dirty="0"/>
          </a:p>
        </p:txBody>
      </p:sp>
      <p:sp>
        <p:nvSpPr>
          <p:cNvPr id="25" name="Text 19"/>
          <p:cNvSpPr/>
          <p:nvPr/>
        </p:nvSpPr>
        <p:spPr>
          <a:xfrm>
            <a:off x="0" y="5943600"/>
            <a:ext cx="12191695" cy="365760"/>
          </a:xfrm>
          <a:prstGeom prst="rect">
            <a:avLst/>
          </a:prstGeom>
          <a:noFill/>
          <a:ln/>
        </p:spPr>
        <p:txBody>
          <a:bodyPr wrap="square" rtlCol="0" anchor="ctr"/>
          <a:lstStyle/>
          <a:p>
            <a:pPr algn="ctr" indent="0" marL="0">
              <a:buNone/>
            </a:pPr>
            <a:r>
              <a:rPr lang="en-US" sz="1300" spc="100" kern="0" dirty="0">
                <a:solidFill>
                  <a:srgbClr val="9FC8C0"/>
                </a:solidFill>
                <a:latin typeface="Courier New" pitchFamily="34" charset="0"/>
                <a:ea typeface="Courier New" pitchFamily="34" charset="-122"/>
                <a:cs typeface="Courier New" pitchFamily="34" charset="-120"/>
              </a:rPr>
              <a:t>stamp-rally-kappa.vercel.app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オーナー向け 使い方ガイド</dc:title>
  <dc:subject>PptxGenJS Presentation</dc:subject>
  <dc:creator>スタンプラリー</dc:creator>
  <cp:lastModifiedBy>スタンプラリー</cp:lastModifiedBy>
  <cp:revision>1</cp:revision>
  <dcterms:created xsi:type="dcterms:W3CDTF">2026-06-21T00:35:04Z</dcterms:created>
  <dcterms:modified xsi:type="dcterms:W3CDTF">2026-06-21T00:35:04Z</dcterms:modified>
</cp:coreProperties>
</file>